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32" r:id="rId5"/>
  </p:sldMasterIdLst>
  <p:notesMasterIdLst>
    <p:notesMasterId r:id="rId17"/>
  </p:notesMasterIdLst>
  <p:sldIdLst>
    <p:sldId id="1182" r:id="rId6"/>
    <p:sldId id="1173" r:id="rId7"/>
    <p:sldId id="1210" r:id="rId8"/>
    <p:sldId id="1211" r:id="rId9"/>
    <p:sldId id="1209" r:id="rId10"/>
    <p:sldId id="1212" r:id="rId11"/>
    <p:sldId id="1213" r:id="rId12"/>
    <p:sldId id="1215" r:id="rId13"/>
    <p:sldId id="1214" r:id="rId14"/>
    <p:sldId id="1197" r:id="rId15"/>
    <p:sldId id="12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B9D9D44A-8667-4F01-92A6-D23FEF549050}">
          <p14:sldIdLst>
            <p14:sldId id="1182"/>
            <p14:sldId id="1173"/>
            <p14:sldId id="1210"/>
            <p14:sldId id="1211"/>
            <p14:sldId id="1209"/>
            <p14:sldId id="1212"/>
            <p14:sldId id="1213"/>
            <p14:sldId id="1215"/>
            <p14:sldId id="1214"/>
            <p14:sldId id="1197"/>
            <p14:sldId id="1208"/>
          </p14:sldIdLst>
        </p14:section>
      </p14:sectionLst>
    </p:ext>
    <p:ext uri="{EFAFB233-063F-42B5-8137-9DF3F51BA10A}">
      <p15:sldGuideLst xmlns:p15="http://schemas.microsoft.com/office/powerpoint/2012/main">
        <p15:guide id="2" pos="3864" userDrawn="1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1AFA9"/>
    <a:srgbClr val="6695FF"/>
    <a:srgbClr val="E6E6E6"/>
    <a:srgbClr val="6CF1EC"/>
    <a:srgbClr val="6DCFF6"/>
    <a:srgbClr val="436AB3"/>
    <a:srgbClr val="FFFFFF"/>
    <a:srgbClr val="17E9E1"/>
    <a:srgbClr val="8A1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2F907-4CA5-40C4-B4E6-7DA7CD04830A}" v="84" dt="2022-05-10T04:54:44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 showGuides="1">
      <p:cViewPr>
        <p:scale>
          <a:sx n="75" d="100"/>
          <a:sy n="75" d="100"/>
        </p:scale>
        <p:origin x="974" y="120"/>
      </p:cViewPr>
      <p:guideLst>
        <p:guide pos="3864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806FC-08F4-4B47-BBD5-3D72B170FB6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5579F-7F59-4065-9C23-803D9910F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2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915DB5-89D7-4851-A5F0-DED6BA01C9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136"/>
          <a:stretch/>
        </p:blipFill>
        <p:spPr>
          <a:xfrm>
            <a:off x="3682745" y="0"/>
            <a:ext cx="8509255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D7C9ABD-DF2B-4C10-A520-3AED76905D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7696" y="2542604"/>
            <a:ext cx="5898355" cy="1107996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100000"/>
              </a:lnSpc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4EFA8E-6FC8-B5CE-8CB9-88E10FBD4D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14" y="533399"/>
            <a:ext cx="1785937" cy="8559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1A808E-60AA-BF14-7BF1-A7CEFF167B96}"/>
              </a:ext>
            </a:extLst>
          </p:cNvPr>
          <p:cNvSpPr txBox="1"/>
          <p:nvPr userDrawn="1"/>
        </p:nvSpPr>
        <p:spPr>
          <a:xfrm>
            <a:off x="597696" y="6398664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7505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EB8390AE-9ACE-48F4-BAE4-86B223F163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84726" y="0"/>
            <a:ext cx="7409181" cy="6858000"/>
          </a:xfrm>
          <a:custGeom>
            <a:avLst/>
            <a:gdLst>
              <a:gd name="connsiteX0" fmla="*/ 0 w 7409181"/>
              <a:gd name="connsiteY0" fmla="*/ 0 h 6858000"/>
              <a:gd name="connsiteX1" fmla="*/ 2368550 w 7409181"/>
              <a:gd name="connsiteY1" fmla="*/ 0 h 6858000"/>
              <a:gd name="connsiteX2" fmla="*/ 6326505 w 7409181"/>
              <a:gd name="connsiteY2" fmla="*/ 2361565 h 6858000"/>
              <a:gd name="connsiteX3" fmla="*/ 7409181 w 7409181"/>
              <a:gd name="connsiteY3" fmla="*/ 3008630 h 6858000"/>
              <a:gd name="connsiteX4" fmla="*/ 7409181 w 7409181"/>
              <a:gd name="connsiteY4" fmla="*/ 4707255 h 6858000"/>
              <a:gd name="connsiteX5" fmla="*/ 3886200 w 7409181"/>
              <a:gd name="connsiteY5" fmla="*/ 6805931 h 6858000"/>
              <a:gd name="connsiteX6" fmla="*/ 3791585 w 7409181"/>
              <a:gd name="connsiteY6" fmla="*/ 6858000 h 6858000"/>
              <a:gd name="connsiteX7" fmla="*/ 2646045 w 7409181"/>
              <a:gd name="connsiteY7" fmla="*/ 6858000 h 6858000"/>
              <a:gd name="connsiteX8" fmla="*/ 2052955 w 7409181"/>
              <a:gd name="connsiteY8" fmla="*/ 61112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09181" h="6858000">
                <a:moveTo>
                  <a:pt x="0" y="0"/>
                </a:moveTo>
                <a:lnTo>
                  <a:pt x="2368550" y="0"/>
                </a:lnTo>
                <a:lnTo>
                  <a:pt x="6326505" y="2361565"/>
                </a:lnTo>
                <a:lnTo>
                  <a:pt x="7409181" y="3008630"/>
                </a:lnTo>
                <a:lnTo>
                  <a:pt x="7409181" y="4707255"/>
                </a:lnTo>
                <a:lnTo>
                  <a:pt x="3886200" y="6805931"/>
                </a:lnTo>
                <a:cubicBezTo>
                  <a:pt x="3855085" y="6824345"/>
                  <a:pt x="3823335" y="6842125"/>
                  <a:pt x="3791585" y="6858000"/>
                </a:cubicBezTo>
                <a:lnTo>
                  <a:pt x="2646045" y="6858000"/>
                </a:lnTo>
                <a:cubicBezTo>
                  <a:pt x="2383155" y="6711315"/>
                  <a:pt x="2169160" y="6456045"/>
                  <a:pt x="2052955" y="611124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BD2AF6F-9095-40F4-885C-8C8ABCA56A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7695" y="3787448"/>
            <a:ext cx="5174455" cy="1107996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0F5398-AC19-9E4D-19BB-B45058E28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4" y="533399"/>
            <a:ext cx="1785937" cy="8559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77DEFA-1621-CCDC-7DC1-6441E1382E4D}"/>
              </a:ext>
            </a:extLst>
          </p:cNvPr>
          <p:cNvSpPr txBox="1"/>
          <p:nvPr userDrawn="1"/>
        </p:nvSpPr>
        <p:spPr>
          <a:xfrm>
            <a:off x="597696" y="6398664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464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8E0D6D7-9968-4C1C-B776-EAB44E26C0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675" y="2364083"/>
            <a:ext cx="6132564" cy="1107996"/>
          </a:xfrm>
        </p:spPr>
        <p:txBody>
          <a:bodyPr lIns="0" tIns="0" rIns="0" bIns="0" anchor="t">
            <a:spAutoFit/>
          </a:bodyPr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A0C1BA-7F1E-47AA-9916-BC2A4081C1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48371"/>
            <a:ext cx="4798480" cy="4660329"/>
          </a:xfrm>
          <a:custGeom>
            <a:avLst/>
            <a:gdLst>
              <a:gd name="connsiteX0" fmla="*/ 4295394 w 4798480"/>
              <a:gd name="connsiteY0" fmla="*/ 0 h 4660329"/>
              <a:gd name="connsiteX1" fmla="*/ 4295648 w 4798480"/>
              <a:gd name="connsiteY1" fmla="*/ 0 h 4660329"/>
              <a:gd name="connsiteX2" fmla="*/ 4317175 w 4798480"/>
              <a:gd name="connsiteY2" fmla="*/ 0 h 4660329"/>
              <a:gd name="connsiteX3" fmla="*/ 4525264 w 4798480"/>
              <a:gd name="connsiteY3" fmla="*/ 18098 h 4660329"/>
              <a:gd name="connsiteX4" fmla="*/ 4547489 w 4798480"/>
              <a:gd name="connsiteY4" fmla="*/ 22162 h 4660329"/>
              <a:gd name="connsiteX5" fmla="*/ 4560634 w 4798480"/>
              <a:gd name="connsiteY5" fmla="*/ 25400 h 4660329"/>
              <a:gd name="connsiteX6" fmla="*/ 4580255 w 4798480"/>
              <a:gd name="connsiteY6" fmla="*/ 30798 h 4660329"/>
              <a:gd name="connsiteX7" fmla="*/ 4783456 w 4798480"/>
              <a:gd name="connsiteY7" fmla="*/ 421958 h 4660329"/>
              <a:gd name="connsiteX8" fmla="*/ 4749991 w 4798480"/>
              <a:gd name="connsiteY8" fmla="*/ 491808 h 4660329"/>
              <a:gd name="connsiteX9" fmla="*/ 4746752 w 4798480"/>
              <a:gd name="connsiteY9" fmla="*/ 496633 h 4660329"/>
              <a:gd name="connsiteX10" fmla="*/ 4732020 w 4798480"/>
              <a:gd name="connsiteY10" fmla="*/ 516509 h 4660329"/>
              <a:gd name="connsiteX11" fmla="*/ 4728337 w 4798480"/>
              <a:gd name="connsiteY11" fmla="*/ 521208 h 4660329"/>
              <a:gd name="connsiteX12" fmla="*/ 4569587 w 4798480"/>
              <a:gd name="connsiteY12" fmla="*/ 685927 h 4660329"/>
              <a:gd name="connsiteX13" fmla="*/ 1223137 w 4798480"/>
              <a:gd name="connsiteY13" fmla="*/ 3596259 h 4660329"/>
              <a:gd name="connsiteX14" fmla="*/ 0 w 4798480"/>
              <a:gd name="connsiteY14" fmla="*/ 4660329 h 4660329"/>
              <a:gd name="connsiteX15" fmla="*/ 0 w 4798480"/>
              <a:gd name="connsiteY15" fmla="*/ 31179 h 466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98480" h="4660329">
                <a:moveTo>
                  <a:pt x="4295394" y="0"/>
                </a:moveTo>
                <a:lnTo>
                  <a:pt x="4295648" y="0"/>
                </a:lnTo>
                <a:cubicBezTo>
                  <a:pt x="4302803" y="0"/>
                  <a:pt x="4309978" y="0"/>
                  <a:pt x="4317175" y="0"/>
                </a:cubicBezTo>
                <a:cubicBezTo>
                  <a:pt x="4386931" y="-5"/>
                  <a:pt x="4456556" y="6051"/>
                  <a:pt x="4525264" y="18098"/>
                </a:cubicBezTo>
                <a:lnTo>
                  <a:pt x="4547489" y="22162"/>
                </a:lnTo>
                <a:cubicBezTo>
                  <a:pt x="4551929" y="22986"/>
                  <a:pt x="4556318" y="24067"/>
                  <a:pt x="4560634" y="25400"/>
                </a:cubicBezTo>
                <a:cubicBezTo>
                  <a:pt x="4567296" y="26722"/>
                  <a:pt x="4573854" y="28525"/>
                  <a:pt x="4580255" y="30798"/>
                </a:cubicBezTo>
                <a:cubicBezTo>
                  <a:pt x="4745355" y="85407"/>
                  <a:pt x="4836287" y="260096"/>
                  <a:pt x="4783456" y="421958"/>
                </a:cubicBezTo>
                <a:cubicBezTo>
                  <a:pt x="4775514" y="446649"/>
                  <a:pt x="4764257" y="470147"/>
                  <a:pt x="4749991" y="491808"/>
                </a:cubicBezTo>
                <a:cubicBezTo>
                  <a:pt x="4748848" y="493649"/>
                  <a:pt x="4747895" y="494855"/>
                  <a:pt x="4746752" y="496633"/>
                </a:cubicBezTo>
                <a:cubicBezTo>
                  <a:pt x="4741926" y="503047"/>
                  <a:pt x="4737037" y="509588"/>
                  <a:pt x="4732020" y="516509"/>
                </a:cubicBezTo>
                <a:cubicBezTo>
                  <a:pt x="4731066" y="518272"/>
                  <a:pt x="4729821" y="519860"/>
                  <a:pt x="4728337" y="521208"/>
                </a:cubicBezTo>
                <a:cubicBezTo>
                  <a:pt x="4680819" y="581073"/>
                  <a:pt x="4627658" y="636233"/>
                  <a:pt x="4569587" y="685927"/>
                </a:cubicBezTo>
                <a:lnTo>
                  <a:pt x="1223137" y="3596259"/>
                </a:lnTo>
                <a:lnTo>
                  <a:pt x="0" y="4660329"/>
                </a:lnTo>
                <a:lnTo>
                  <a:pt x="0" y="3117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C0CBE2-F165-8F0F-00C6-346C702D6C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4" y="533399"/>
            <a:ext cx="1785937" cy="8559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7275A1-0E4A-B751-6508-0F17FD7CBEA8}"/>
              </a:ext>
            </a:extLst>
          </p:cNvPr>
          <p:cNvSpPr txBox="1"/>
          <p:nvPr userDrawn="1"/>
        </p:nvSpPr>
        <p:spPr>
          <a:xfrm>
            <a:off x="597696" y="6398664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030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407" y="2533221"/>
            <a:ext cx="3814536" cy="553998"/>
          </a:xfrm>
        </p:spPr>
        <p:txBody>
          <a:bodyPr wrap="square" lIns="0" tIns="0" rIns="0" bIns="0" anchor="b">
            <a:spAutoFit/>
          </a:bodyPr>
          <a:lstStyle>
            <a:lvl1pPr>
              <a:defRPr sz="3600" b="1"/>
            </a:lvl1pPr>
          </a:lstStyle>
          <a:p>
            <a:r>
              <a:rPr lang="en-US" dirty="0"/>
              <a:t>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A0089A-BF78-4CF2-B336-605FA0E3ECC9}"/>
              </a:ext>
            </a:extLst>
          </p:cNvPr>
          <p:cNvCxnSpPr/>
          <p:nvPr userDrawn="1"/>
        </p:nvCxnSpPr>
        <p:spPr>
          <a:xfrm>
            <a:off x="698500" y="3308350"/>
            <a:ext cx="334645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E4A8A8-175F-4EFA-8A87-54EADEF525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1" y="3584575"/>
            <a:ext cx="3814763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Donec gravida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E5D6921A-586E-4FDD-917F-64B5CC1A1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27110" y="1616665"/>
            <a:ext cx="5769311" cy="3739485"/>
          </a:xfrm>
        </p:spPr>
        <p:txBody>
          <a:bodyPr wrap="square" lIns="0" tIns="0" rIns="0" bIns="0">
            <a:sp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100000"/>
              <a:buFontTx/>
              <a:buBlip>
                <a:blip r:embed="rId2"/>
              </a:buBlip>
              <a:defRPr lang="en-US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Donec</a:t>
            </a:r>
            <a:r>
              <a:rPr lang="en-US" dirty="0"/>
              <a:t> gravida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mi,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semvitae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In ante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nisi </a:t>
            </a:r>
            <a:r>
              <a:rPr lang="en-US" dirty="0" err="1"/>
              <a:t>ut,malesuada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br>
              <a:rPr lang="en-US" dirty="0"/>
            </a:br>
            <a:r>
              <a:rPr lang="pt-BR" dirty="0"/>
              <a:t>Ut pulvinar, quam quis interdum convallis,sem dolor </a:t>
            </a:r>
            <a:br>
              <a:rPr lang="pt-BR" dirty="0"/>
            </a:br>
            <a:r>
              <a:rPr lang="pt-BR" dirty="0"/>
              <a:t>ullamcorper lacus, vel tristique felis nunc in risus.</a:t>
            </a:r>
          </a:p>
          <a:p>
            <a:pPr lvl="0"/>
            <a:r>
              <a:rPr lang="en-US" dirty="0"/>
              <a:t>Duis ex dolor, </a:t>
            </a:r>
            <a:r>
              <a:rPr lang="en-US" dirty="0" err="1"/>
              <a:t>commodo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ac,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Morbi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magna.Aliquam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In </a:t>
            </a:r>
            <a:r>
              <a:rPr lang="en-US" dirty="0" err="1"/>
              <a:t>posuere</a:t>
            </a:r>
            <a:r>
              <a:rPr lang="en-US" dirty="0"/>
              <a:t> cursus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magna </a:t>
            </a:r>
            <a:r>
              <a:rPr lang="en-US" dirty="0" err="1"/>
              <a:t>turpis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id.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2C1C1E9-F918-48BC-838D-6AB2FF1C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738542-D7DF-4BA2-AB54-5E7D758C4631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E9FE32-5F37-4A94-964C-21E40AFC8874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7FB519-3A7A-4E68-9883-A93D0D51E783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3D6AF-76CB-0FA0-AC34-800A8BA86A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E8B384-35CD-11E4-4128-D8AA49A87C1A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2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A115A1-1EF6-413A-9754-26766BDBE0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497274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0660" y="647066"/>
            <a:ext cx="4525174" cy="769441"/>
          </a:xfrm>
        </p:spPr>
        <p:txBody>
          <a:bodyPr wrap="square" lIns="0" tIns="0" rIns="0" bIns="0" anchor="t">
            <a:spAutoFit/>
          </a:bodyPr>
          <a:lstStyle>
            <a:lvl1pPr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8FD08B-883B-4520-99D2-2A7A6FD23700}"/>
              </a:ext>
            </a:extLst>
          </p:cNvPr>
          <p:cNvSpPr/>
          <p:nvPr userDrawn="1"/>
        </p:nvSpPr>
        <p:spPr>
          <a:xfrm>
            <a:off x="5229226" y="172402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BCFC15A-ED38-40B9-AC44-B66F0029D9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72746" y="2032813"/>
            <a:ext cx="512961" cy="553998"/>
          </a:xfrm>
          <a:solidFill>
            <a:schemeClr val="bg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2640C69-D7C3-4436-91B0-8CAEE74714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0" y="188595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0A74C732-0B88-4CA9-B859-346ED55B1F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0" y="223043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BDC36F-36AA-47D1-B317-8D7C81752733}"/>
              </a:ext>
            </a:extLst>
          </p:cNvPr>
          <p:cNvSpPr/>
          <p:nvPr userDrawn="1"/>
        </p:nvSpPr>
        <p:spPr>
          <a:xfrm>
            <a:off x="5229226" y="325103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0FF854E-9A1B-420A-8C3F-379F008B5C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72746" y="3559823"/>
            <a:ext cx="512961" cy="553998"/>
          </a:xfrm>
          <a:solidFill>
            <a:schemeClr val="bg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1BAA322D-FEE9-41D1-A7F3-2EC77785B8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0" y="341296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CC64A40D-807B-4940-BB02-2F6FDF8132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0" y="375744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A4942B-1E25-43C0-8715-BFAAFA495000}"/>
              </a:ext>
            </a:extLst>
          </p:cNvPr>
          <p:cNvSpPr/>
          <p:nvPr userDrawn="1"/>
        </p:nvSpPr>
        <p:spPr>
          <a:xfrm>
            <a:off x="5229226" y="4731399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0BE8271-9026-472D-94C5-86E7F15826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72746" y="5040186"/>
            <a:ext cx="512961" cy="553998"/>
          </a:xfrm>
          <a:solidFill>
            <a:schemeClr val="bg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23F884B8-E9C1-4D0A-8B9B-8A24B51092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15000" y="4893323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A4C60A31-D1AE-4A17-8231-D5D529697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15000" y="5237811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0732D3-6CF9-4877-A254-032019E4DD30}"/>
              </a:ext>
            </a:extLst>
          </p:cNvPr>
          <p:cNvSpPr/>
          <p:nvPr userDrawn="1"/>
        </p:nvSpPr>
        <p:spPr>
          <a:xfrm>
            <a:off x="8724899" y="172402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47433323-7DFB-4F09-9487-231FDD648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68417" y="2032813"/>
            <a:ext cx="512962" cy="553998"/>
          </a:xfrm>
          <a:solidFill>
            <a:schemeClr val="bg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206F71E-0C14-4A00-8D90-78BD2D9AC8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0673" y="188595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9D54CD5D-26AB-4605-807B-C009190D62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0673" y="223043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D60734-16F5-4E43-806D-3D2FD8DDF250}"/>
              </a:ext>
            </a:extLst>
          </p:cNvPr>
          <p:cNvSpPr/>
          <p:nvPr userDrawn="1"/>
        </p:nvSpPr>
        <p:spPr>
          <a:xfrm>
            <a:off x="8724899" y="325103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C0CCB7BE-680F-44FB-8E0E-D372906017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68417" y="3559823"/>
            <a:ext cx="512962" cy="553998"/>
          </a:xfrm>
          <a:solidFill>
            <a:schemeClr val="bg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9778B48F-D4C4-4B63-A0E2-5DA6A3D821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0673" y="341296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B8D74C28-921A-4D6E-83F4-F07147853F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0673" y="375744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1F550A-3B64-497A-BB95-F352822DCC8B}"/>
              </a:ext>
            </a:extLst>
          </p:cNvPr>
          <p:cNvSpPr/>
          <p:nvPr userDrawn="1"/>
        </p:nvSpPr>
        <p:spPr>
          <a:xfrm>
            <a:off x="8724899" y="4731399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659BE44F-04F8-49CB-A13F-5DE128D31EE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68417" y="5040186"/>
            <a:ext cx="512962" cy="553998"/>
          </a:xfrm>
          <a:solidFill>
            <a:schemeClr val="bg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2DC260A2-3C2E-4C0F-922C-67F3D0F327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10673" y="4893323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B0DBC888-DD82-459A-ADDD-259EDAEF3C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10673" y="5237811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56AC832-7F92-4E99-AAF5-D3281CE8F2E3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BD48A3C-F0F0-45E8-BA76-BF2E7B37D0F3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1215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6FDFACE-E015-416A-BE38-F0C24E65EF38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FA827-DF30-478A-A65E-1F903A7B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2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2B939C4E-4915-42BD-87D3-48FF19622F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E1BEE-CE59-C6D9-9F22-E2D33A24D4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5CB834-FD21-123B-8F9D-12D7406711BD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1405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erator slide_image place 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DE8914B-9522-4D9E-9108-78A2E86EBD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15771" y="-1"/>
            <a:ext cx="7376230" cy="6017696"/>
          </a:xfrm>
          <a:custGeom>
            <a:avLst/>
            <a:gdLst>
              <a:gd name="connsiteX0" fmla="*/ 4973172 w 7376230"/>
              <a:gd name="connsiteY0" fmla="*/ 0 h 6017696"/>
              <a:gd name="connsiteX1" fmla="*/ 7376230 w 7376230"/>
              <a:gd name="connsiteY1" fmla="*/ 0 h 6017696"/>
              <a:gd name="connsiteX2" fmla="*/ 7376230 w 7376230"/>
              <a:gd name="connsiteY2" fmla="*/ 1433316 h 6017696"/>
              <a:gd name="connsiteX3" fmla="*/ 6115247 w 7376230"/>
              <a:gd name="connsiteY3" fmla="*/ 5186734 h 6017696"/>
              <a:gd name="connsiteX4" fmla="*/ 4407097 w 7376230"/>
              <a:gd name="connsiteY4" fmla="*/ 5833933 h 6017696"/>
              <a:gd name="connsiteX5" fmla="*/ 683963 w 7376230"/>
              <a:gd name="connsiteY5" fmla="*/ 3616501 h 6017696"/>
              <a:gd name="connsiteX6" fmla="*/ 101927 w 7376230"/>
              <a:gd name="connsiteY6" fmla="*/ 3269810 h 6017696"/>
              <a:gd name="connsiteX7" fmla="*/ 27907 w 7376230"/>
              <a:gd name="connsiteY7" fmla="*/ 2983220 h 6017696"/>
              <a:gd name="connsiteX8" fmla="*/ 101927 w 7376230"/>
              <a:gd name="connsiteY8" fmla="*/ 2907302 h 6017696"/>
              <a:gd name="connsiteX9" fmla="*/ 2134625 w 7376230"/>
              <a:gd name="connsiteY9" fmla="*/ 1693883 h 601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76230" h="6017696">
                <a:moveTo>
                  <a:pt x="4973172" y="0"/>
                </a:moveTo>
                <a:lnTo>
                  <a:pt x="7376230" y="0"/>
                </a:lnTo>
                <a:lnTo>
                  <a:pt x="7376230" y="1433316"/>
                </a:lnTo>
                <a:lnTo>
                  <a:pt x="6115247" y="5186734"/>
                </a:lnTo>
                <a:cubicBezTo>
                  <a:pt x="5858392" y="5949075"/>
                  <a:pt x="5089092" y="6240725"/>
                  <a:pt x="4407097" y="5833933"/>
                </a:cubicBezTo>
                <a:lnTo>
                  <a:pt x="683963" y="3616501"/>
                </a:lnTo>
                <a:lnTo>
                  <a:pt x="101927" y="3269810"/>
                </a:lnTo>
                <a:cubicBezTo>
                  <a:pt x="3866" y="3211606"/>
                  <a:pt x="-29032" y="3083179"/>
                  <a:pt x="27907" y="2983220"/>
                </a:cubicBezTo>
                <a:cubicBezTo>
                  <a:pt x="45621" y="2951588"/>
                  <a:pt x="71560" y="2925649"/>
                  <a:pt x="101927" y="2907302"/>
                </a:cubicBezTo>
                <a:lnTo>
                  <a:pt x="2134625" y="169388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750027"/>
            <a:ext cx="4476750" cy="659924"/>
          </a:xfrm>
        </p:spPr>
        <p:txBody>
          <a:bodyPr wrap="square" lIns="0" tIns="0" rIns="0" bIns="0" anchor="b">
            <a:spAutoFit/>
          </a:bodyPr>
          <a:lstStyle>
            <a:lvl1pPr>
              <a:lnSpc>
                <a:spcPct val="70000"/>
              </a:lnSpc>
              <a:defRPr sz="6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D9A5FB-BA47-49FE-8711-D591D88C38D3}"/>
              </a:ext>
            </a:extLst>
          </p:cNvPr>
          <p:cNvCxnSpPr>
            <a:cxnSpLocks/>
          </p:cNvCxnSpPr>
          <p:nvPr userDrawn="1"/>
        </p:nvCxnSpPr>
        <p:spPr>
          <a:xfrm>
            <a:off x="647701" y="3565525"/>
            <a:ext cx="3362325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B463879-1165-41E3-8959-E86112B9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701" y="3757520"/>
            <a:ext cx="3814763" cy="1938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lang="en-US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Add subtext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04AE6EC5-9535-44BB-8B22-408C3FF89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1" y="1431064"/>
            <a:ext cx="3814763" cy="2492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Separator Slide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4062FA-ECC4-4B58-9D75-AD2BD67C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B4622C-A340-497D-AE87-84B9FC24D9B9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2886C09-8A84-4592-9017-D20596E452DD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F237B3C-F4AE-462C-A6CB-C20AEF846F70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DF0A8-11DE-7C9C-B3F8-33D984B432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7A0790-8D3B-58A1-68BD-CC21990ADAC1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4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458021-85DB-4C8A-A919-FB614C3BA5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55" y="-1"/>
            <a:ext cx="12189291" cy="6858000"/>
          </a:xfrm>
          <a:custGeom>
            <a:avLst/>
            <a:gdLst>
              <a:gd name="connsiteX0" fmla="*/ 0 w 12189291"/>
              <a:gd name="connsiteY0" fmla="*/ 0 h 6858000"/>
              <a:gd name="connsiteX1" fmla="*/ 12189291 w 12189291"/>
              <a:gd name="connsiteY1" fmla="*/ 0 h 6858000"/>
              <a:gd name="connsiteX2" fmla="*/ 12189291 w 12189291"/>
              <a:gd name="connsiteY2" fmla="*/ 6858000 h 6858000"/>
              <a:gd name="connsiteX3" fmla="*/ 0 w 121892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291" h="6858000">
                <a:moveTo>
                  <a:pt x="0" y="0"/>
                </a:moveTo>
                <a:lnTo>
                  <a:pt x="12189291" y="0"/>
                </a:lnTo>
                <a:lnTo>
                  <a:pt x="121892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750027"/>
            <a:ext cx="4476750" cy="659924"/>
          </a:xfrm>
        </p:spPr>
        <p:txBody>
          <a:bodyPr wrap="square" lIns="0" tIns="0" rIns="0" bIns="0" anchor="b">
            <a:spAutoFit/>
          </a:bodyPr>
          <a:lstStyle>
            <a:lvl1pPr>
              <a:lnSpc>
                <a:spcPct val="70000"/>
              </a:lnSpc>
              <a:defRPr sz="6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D9A5FB-BA47-49FE-8711-D591D88C38D3}"/>
              </a:ext>
            </a:extLst>
          </p:cNvPr>
          <p:cNvCxnSpPr>
            <a:cxnSpLocks/>
          </p:cNvCxnSpPr>
          <p:nvPr userDrawn="1"/>
        </p:nvCxnSpPr>
        <p:spPr>
          <a:xfrm>
            <a:off x="647701" y="3565525"/>
            <a:ext cx="3362325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B463879-1165-41E3-8959-E86112B9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701" y="3757519"/>
            <a:ext cx="3814763" cy="1938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Subtext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04AE6EC5-9535-44BB-8B22-408C3FF89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1" y="1431064"/>
            <a:ext cx="3814763" cy="2492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Separator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48B347-1C22-4B6C-89EE-7B4230CE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DE6C4B-91B8-4B07-B7A6-5A60D6CA5DFE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F3A8BA-E5A9-4F7B-B726-22D08A30F896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B81725-4D2C-48B3-83AC-0145F315D7DD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91C5F-49D2-87A3-CCEB-55AFDC957B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0B6F66-7681-0BD8-852D-9F7FB2F3B08A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1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458021-85DB-4C8A-A919-FB614C3BA5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55" y="-1"/>
            <a:ext cx="12189291" cy="6858000"/>
          </a:xfrm>
          <a:custGeom>
            <a:avLst/>
            <a:gdLst>
              <a:gd name="connsiteX0" fmla="*/ 0 w 12189291"/>
              <a:gd name="connsiteY0" fmla="*/ 0 h 6858000"/>
              <a:gd name="connsiteX1" fmla="*/ 12189291 w 12189291"/>
              <a:gd name="connsiteY1" fmla="*/ 0 h 6858000"/>
              <a:gd name="connsiteX2" fmla="*/ 12189291 w 12189291"/>
              <a:gd name="connsiteY2" fmla="*/ 6858000 h 6858000"/>
              <a:gd name="connsiteX3" fmla="*/ 0 w 121892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291" h="6858000">
                <a:moveTo>
                  <a:pt x="0" y="0"/>
                </a:moveTo>
                <a:lnTo>
                  <a:pt x="12189291" y="0"/>
                </a:lnTo>
                <a:lnTo>
                  <a:pt x="121892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48B347-1C22-4B6C-89EE-7B4230CE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7EC5DCB-77CE-497F-A312-44A26980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B74447-FA23-4B4C-B40B-B8BAF10226A4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C97AEA-907B-497F-8F35-7B687AD710AB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E0B5111-760E-4088-9CE5-4C6E63DC4D46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C35E7-6CF4-E6DC-01C8-EE379D93EA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A83101-D7B0-FF01-EB55-53452B898080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79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with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282F3D8-2F6E-48FF-A6BB-DA0EAF2D89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25603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9889274-F451-40F2-B87D-A5D338B8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6A5952-6545-48B4-BDD6-D61E8F1AEA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2840" y="1311236"/>
            <a:ext cx="5055010" cy="4727615"/>
          </a:xfrm>
        </p:spPr>
        <p:txBody>
          <a:bodyPr lIns="0" tIns="0" rIns="0" bIns="0">
            <a:normAutofit/>
          </a:bodyPr>
          <a:lstStyle>
            <a:lvl1pPr marL="228600" indent="-2286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Edit Master text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6CECBC-0795-44EE-965C-9425E310CDFB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90ADFE-BD39-4E5F-8A4C-C0CAD1F0A670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1ACEF1-6ADF-45FD-8379-B886AEAF93F6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1C42C2-E9B6-5D48-3B9E-C191EB44E9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B501D5-5BE4-C6E4-1006-F378412AB4FF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86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A348B0-9E79-47DC-A4EB-4B116B871613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826E51-8C2F-44E7-BCBA-E2BB42659818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B0D992B-3F3C-439F-A7CE-8630B809088D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A7107F-3C50-93FC-A030-DD54126DC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DCD409-38A6-9D4D-8011-8F7F5E2D2306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30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E1C71B-C31E-4DE0-81C2-36B75AA2B4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2840" y="1311236"/>
            <a:ext cx="10979560" cy="4727615"/>
          </a:xfrm>
        </p:spPr>
        <p:txBody>
          <a:bodyPr lIns="0" tIns="0" rIns="0" bIns="0">
            <a:normAutofit/>
          </a:bodyPr>
          <a:lstStyle>
            <a:lvl1pPr marL="228600" indent="-2286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Edit Master text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13D9864-8A15-439F-A6B0-52ED33C3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BD5758-DE40-4BB9-B4BF-0AE865658D25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D80DEC1-FDBC-4193-B89D-FB998ECD6E00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7A1B3B1-B53E-4C74-B471-4ABC549AA47E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3F0992-EE20-354F-F7ED-74835E0AA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83C720-CAA2-E698-1BBB-510FA82E9806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63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6D6CD9-5D46-4557-B4EE-5D18EA56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08D6BC4-BC9C-4225-9D8B-DF015A9E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B3382C-321A-4327-AA7F-DB0FEF2FEA30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6079290-9D65-441A-954C-5013B1C3DADF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1BC7525-E86A-4132-B2D8-0A3D49182BE6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C5A831-C4D3-4DE1-E8CF-EE6F35CB0F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28BBDC-A8AF-842C-CAE4-B03C94049C10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64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A3E24F1-1B29-4689-BF4B-1F92354A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7" name="Text Placeholder 22">
            <a:extLst>
              <a:ext uri="{FF2B5EF4-FFF2-40B4-BE49-F238E27FC236}">
                <a16:creationId xmlns:a16="http://schemas.microsoft.com/office/drawing/2014/main" id="{3C3B1045-82D7-4D1C-A0D9-C7AF6CAEC4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1515381"/>
            <a:ext cx="528676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8" name="Text Placeholder 22">
            <a:extLst>
              <a:ext uri="{FF2B5EF4-FFF2-40B4-BE49-F238E27FC236}">
                <a16:creationId xmlns:a16="http://schemas.microsoft.com/office/drawing/2014/main" id="{821D3531-26DE-445E-8394-D627F347D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2107082"/>
            <a:ext cx="5286764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51" name="Text Placeholder 22">
            <a:extLst>
              <a:ext uri="{FF2B5EF4-FFF2-40B4-BE49-F238E27FC236}">
                <a16:creationId xmlns:a16="http://schemas.microsoft.com/office/drawing/2014/main" id="{8E6FB394-1D65-4320-970E-008E09FBC3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5635" y="1515381"/>
            <a:ext cx="5293852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2" name="Text Placeholder 22">
            <a:extLst>
              <a:ext uri="{FF2B5EF4-FFF2-40B4-BE49-F238E27FC236}">
                <a16:creationId xmlns:a16="http://schemas.microsoft.com/office/drawing/2014/main" id="{8A0C283A-069E-4E2F-A3B4-524B3B1C2F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5635" y="2107082"/>
            <a:ext cx="5293852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F4C6037-3D5A-4AD9-822D-F0DAF5DFFEDA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C15730-D7A8-48C8-B3D2-4E702E056961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BF7B413-EA61-44EC-8747-1E36BB1F52D1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E1737E-6DCD-C16E-FE84-6ADBF76539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B23B8D-BD53-E352-A7A9-B7D6C68AB93B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98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A3E24F1-1B29-4689-BF4B-1F92354A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7" name="Text Placeholder 22">
            <a:extLst>
              <a:ext uri="{FF2B5EF4-FFF2-40B4-BE49-F238E27FC236}">
                <a16:creationId xmlns:a16="http://schemas.microsoft.com/office/drawing/2014/main" id="{3C3B1045-82D7-4D1C-A0D9-C7AF6CAEC4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15153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8" name="Text Placeholder 22">
            <a:extLst>
              <a:ext uri="{FF2B5EF4-FFF2-40B4-BE49-F238E27FC236}">
                <a16:creationId xmlns:a16="http://schemas.microsoft.com/office/drawing/2014/main" id="{821D3531-26DE-445E-8394-D627F347D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2107082"/>
            <a:ext cx="3392810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1582C2EE-12F2-4538-A444-209207B95D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84826" y="15153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0" name="Text Placeholder 22">
            <a:extLst>
              <a:ext uri="{FF2B5EF4-FFF2-40B4-BE49-F238E27FC236}">
                <a16:creationId xmlns:a16="http://schemas.microsoft.com/office/drawing/2014/main" id="{80387533-5074-4951-8314-317137EA73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4826" y="2107082"/>
            <a:ext cx="3392810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51" name="Text Placeholder 22">
            <a:extLst>
              <a:ext uri="{FF2B5EF4-FFF2-40B4-BE49-F238E27FC236}">
                <a16:creationId xmlns:a16="http://schemas.microsoft.com/office/drawing/2014/main" id="{8E6FB394-1D65-4320-970E-008E09FBC3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3599" y="1515381"/>
            <a:ext cx="3392810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2" name="Text Placeholder 22">
            <a:extLst>
              <a:ext uri="{FF2B5EF4-FFF2-40B4-BE49-F238E27FC236}">
                <a16:creationId xmlns:a16="http://schemas.microsoft.com/office/drawing/2014/main" id="{8A0C283A-069E-4E2F-A3B4-524B3B1C2F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3599" y="2107082"/>
            <a:ext cx="3392810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8BCC90-0119-46C1-915F-3FBD3807E008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EF4914-AD83-4D51-9799-D93F0949B9DA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5356C66-C53A-4F0A-ACDA-E6E0C2335A4A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65A5BB-89D5-F7AF-9388-E749BC844E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17F470-CBC9-BE42-95BA-DE93984B0440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502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A3E24F1-1B29-4689-BF4B-1F92354A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9D337550-9489-4A10-A4A7-8759C4E69F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15153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E43E3F72-DF83-40E4-9EBF-45CAFE8B04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554253DF-B235-490B-924E-F08544F61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2849" y="15153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4AECDE67-552B-4610-8ECA-03DB272BF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2849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D2AA3AE8-6D83-4C4A-AC1F-7B6B825AE8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1418" y="15153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4" name="Text Placeholder 22">
            <a:extLst>
              <a:ext uri="{FF2B5EF4-FFF2-40B4-BE49-F238E27FC236}">
                <a16:creationId xmlns:a16="http://schemas.microsoft.com/office/drawing/2014/main" id="{CDB0336A-053A-4B72-808D-866952012F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1418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E494B906-A39B-4DEE-9DB2-872973B005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9987" y="15153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6" name="Text Placeholder 22">
            <a:extLst>
              <a:ext uri="{FF2B5EF4-FFF2-40B4-BE49-F238E27FC236}">
                <a16:creationId xmlns:a16="http://schemas.microsoft.com/office/drawing/2014/main" id="{BF3D37D6-7CD6-4CD7-BAE9-AE511F6CD6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59987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33B5610-2EF4-4365-AE38-D49C1A743779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41B2EB-C92F-44A6-AFD4-9E6C7AA285CE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378974C-352B-4FD9-BA53-FF4B82E38467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89623B-7B56-834A-834B-29392FEAE1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D14482-FBA1-A179-7581-50C79FF83933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16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F335811E-4E03-4EB9-80C7-87A827CF4C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8674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9C59F194-17A8-4C42-8D61-9A7163C548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565274"/>
            <a:ext cx="3259344" cy="381000"/>
          </a:xfrm>
          <a:prstGeom prst="rect">
            <a:avLst/>
          </a:prstGeom>
          <a:solidFill>
            <a:schemeClr val="accent2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5C5FA374-A5B5-4FA7-8F4A-FEA24BE10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6328" y="2098674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3624319C-48B6-4339-9FE3-9C30E844F8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6328" y="1565274"/>
            <a:ext cx="3259344" cy="381000"/>
          </a:xfrm>
          <a:prstGeom prst="rect">
            <a:avLst/>
          </a:prstGeom>
          <a:solidFill>
            <a:schemeClr val="accent1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6188687A-C297-4C13-ADB1-4A1127B028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3056" y="2098674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E5991B81-3B5D-4965-8E5B-E50A00E97C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3056" y="1565274"/>
            <a:ext cx="3259344" cy="381000"/>
          </a:xfrm>
          <a:prstGeom prst="rect">
            <a:avLst/>
          </a:prstGeom>
          <a:solidFill>
            <a:schemeClr val="accent2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8C039B4-666E-4AEE-A4EC-FF60984C72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4268205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DC0F3811-6187-4B1E-9BAF-8BB7389EAB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3734805"/>
            <a:ext cx="3259344" cy="381000"/>
          </a:xfrm>
          <a:prstGeom prst="rect">
            <a:avLst/>
          </a:prstGeom>
          <a:solidFill>
            <a:schemeClr val="accent1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9466C2C2-08EA-4A63-9347-B6D104A68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6328" y="4268205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86542A16-038F-4E76-91F9-0C9ED2A947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6328" y="3734805"/>
            <a:ext cx="3259344" cy="381000"/>
          </a:xfrm>
          <a:prstGeom prst="rect">
            <a:avLst/>
          </a:prstGeom>
          <a:solidFill>
            <a:schemeClr val="accent2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33B74AB-EF24-4ECA-A5D8-86E7DD6948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23056" y="4268205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857DD7DF-8E42-480D-AED7-8259E64BAD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23056" y="3734805"/>
            <a:ext cx="3259344" cy="381000"/>
          </a:xfrm>
          <a:prstGeom prst="rect">
            <a:avLst/>
          </a:prstGeom>
          <a:solidFill>
            <a:schemeClr val="accent1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7CA2AB-F360-4D56-AA32-DD9C6CFCF412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2C6FBC-38F1-4845-8B66-ED99C5B18E54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2703B9A-0CC4-4E13-840C-9574AD02952D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721B0B-09F6-9951-6D9E-C4B5422498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F2C535-389B-A0EA-06DF-FE4A33FC3FC7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36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5A236D2-A1DA-4F25-A58E-DFD921FC7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37251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BF6AEA7-B5F2-41E9-BA28-62B0BB6EC3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1522848"/>
            <a:ext cx="338565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9014CEC2-D33E-49C4-A704-1F5AC685C9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4316883"/>
            <a:ext cx="3392810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1FBE13BE-3677-4E90-AAFE-24F0199585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84826" y="37251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89F81F9-13AC-40BC-8064-989DD1A2C38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91914" y="1522848"/>
            <a:ext cx="338565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C988D4A5-C185-4828-A6E0-6B52C6AAB8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4826" y="4316883"/>
            <a:ext cx="3392810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4B62D44-A1F3-4695-8D24-B91D1E6C76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3599" y="3725181"/>
            <a:ext cx="3392810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E571171-BFB2-40C5-8B1D-DA49F926099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00757" y="1522848"/>
            <a:ext cx="338565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41BB96C5-9742-44E7-B12B-40A8A1DC7A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3599" y="4316883"/>
            <a:ext cx="3392810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34DFF2-F1B7-413A-8126-46F48DF1393E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56B8D6-2CBE-4E59-B861-282A6D8C61FB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8175DE-D44E-47BA-8DF7-57382A6B0BA0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3AD4A1-ABB1-9730-157B-240DE5DED8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6CADEC-0847-420C-559C-2E81E4267617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56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5A236D2-A1DA-4F25-A58E-DFD921FC7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37251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BF6AEA7-B5F2-41E9-BA28-62B0BB6EC3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9014CEC2-D33E-49C4-A704-1F5AC685C9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ED0071-9346-4643-882D-69DC73F5D9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2849" y="37251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28A1C262-4BC5-44C4-B33C-2E37296B2D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8171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A6866245-FF1A-4197-90D8-024E936DAE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2849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1A50389-660A-491D-AFEF-6CCD949C17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1418" y="37251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DAEA4116-E013-489F-A3E2-126BCEC0EA1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46740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AACE0B47-E30A-4C9A-9124-FC572EAED99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1418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B226140E-9B98-4DAB-9058-9979109441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9987" y="37251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C37D377E-7BF8-42C5-A204-DB6C92A8F46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65309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6389728A-98C4-44E4-B823-2C5018AA87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59987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59571D6-636E-4177-AA12-215803CCFD5F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05ECB1-3063-4744-8607-E641BDA3715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DF9A929-2C35-4BF2-B832-9614539E44C6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444F39-762E-FF5A-2D4B-947A874DAF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5DDF49-BA9B-0398-7B4A-8A45F84751C1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039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AF24FF6-C735-4E78-B5F4-782921864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4108"/>
            <a:ext cx="5304527" cy="3963792"/>
          </a:xfrm>
          <a:prstGeom prst="rect">
            <a:avLst/>
          </a:prstGeom>
        </p:spPr>
        <p:txBody>
          <a:bodyPr lIns="0"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7" name="Chart Placeholder 37">
            <a:extLst>
              <a:ext uri="{FF2B5EF4-FFF2-40B4-BE49-F238E27FC236}">
                <a16:creationId xmlns:a16="http://schemas.microsoft.com/office/drawing/2014/main" id="{E8DC445E-E88E-4D20-B0C6-3921FB62310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77876" y="1466850"/>
            <a:ext cx="5304525" cy="4591050"/>
          </a:xfrm>
          <a:prstGeom prst="rect">
            <a:avLst/>
          </a:prstGeom>
        </p:spPr>
        <p:txBody>
          <a:bodyPr/>
          <a:lstStyle>
            <a:lvl1pPr>
              <a:defRPr lang="en-IN" sz="18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chart</a:t>
            </a:r>
            <a:endParaRPr lang="en-IN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99D33FAF-EFC3-45F9-A282-914AB21785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2512" y="1466850"/>
            <a:ext cx="53116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67CC12-7AE3-4DCD-81C8-7D4095059A36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114E04-616C-42EE-B7C4-C922AC6A9EF0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DAE76EA-2029-4F62-970B-7F7624C2F6BC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5E6395-8CF5-A65C-8433-0EB68B7B0D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8AF620-09F0-D98A-6C5D-7A9B008772B5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2751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58AB56-7C50-40AA-ACA5-385895F484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7876" y="1466850"/>
            <a:ext cx="5304525" cy="45910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AF24FF6-C735-4E78-B5F4-782921864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4108"/>
            <a:ext cx="5304527" cy="3963792"/>
          </a:xfrm>
          <a:prstGeom prst="rect">
            <a:avLst/>
          </a:prstGeom>
        </p:spPr>
        <p:txBody>
          <a:bodyPr lIns="0"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99D33FAF-EFC3-45F9-A282-914AB21785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2512" y="1466850"/>
            <a:ext cx="53116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FC3F3E-6140-48BB-869E-BE89952AE7EA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38EC60B-36E7-4616-AA50-19136AEDEA7A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20371F4-5D1E-4133-857F-CA79CDBB3170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DE6E83-D4AB-7CC8-7BD9-D6AD02EFE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43DE3B-F6B3-E8AD-5C96-6B1168DC82AF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14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AF24FF6-C735-4E78-B5F4-782921864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4108"/>
            <a:ext cx="5304527" cy="3963792"/>
          </a:xfrm>
          <a:prstGeom prst="rect">
            <a:avLst/>
          </a:prstGeom>
        </p:spPr>
        <p:txBody>
          <a:bodyPr lIns="0"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99D33FAF-EFC3-45F9-A282-914AB21785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2512" y="1466850"/>
            <a:ext cx="53116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C97298C-C33A-40F8-88ED-76C57679FD0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77876" y="1466850"/>
            <a:ext cx="5304525" cy="4591050"/>
          </a:xfrm>
          <a:custGeom>
            <a:avLst/>
            <a:gdLst>
              <a:gd name="connsiteX0" fmla="*/ 0 w 5311613"/>
              <a:gd name="connsiteY0" fmla="*/ 0 h 4591050"/>
              <a:gd name="connsiteX1" fmla="*/ 2173288 w 5311613"/>
              <a:gd name="connsiteY1" fmla="*/ 0 h 4591050"/>
              <a:gd name="connsiteX2" fmla="*/ 5311613 w 5311613"/>
              <a:gd name="connsiteY2" fmla="*/ 0 h 4591050"/>
              <a:gd name="connsiteX3" fmla="*/ 5311613 w 5311613"/>
              <a:gd name="connsiteY3" fmla="*/ 4591050 h 4591050"/>
              <a:gd name="connsiteX4" fmla="*/ 0 w 5311613"/>
              <a:gd name="connsiteY4" fmla="*/ 4591050 h 4591050"/>
              <a:gd name="connsiteX5" fmla="*/ 0 w 5311613"/>
              <a:gd name="connsiteY5" fmla="*/ 1981200 h 459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11613" h="4591050">
                <a:moveTo>
                  <a:pt x="0" y="0"/>
                </a:moveTo>
                <a:lnTo>
                  <a:pt x="2173288" y="0"/>
                </a:lnTo>
                <a:lnTo>
                  <a:pt x="5311613" y="0"/>
                </a:lnTo>
                <a:lnTo>
                  <a:pt x="5311613" y="4591050"/>
                </a:lnTo>
                <a:lnTo>
                  <a:pt x="0" y="4591050"/>
                </a:lnTo>
                <a:lnTo>
                  <a:pt x="0" y="1981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625B565-781E-4553-97AA-E4344E16569F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079EF3-351B-4A4F-A555-C4E030B0FD88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5B6A76-388E-4824-A1C4-E687C4BC9749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B10B75-93D7-F62D-D8D0-EE6C278FC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82403B-E634-E9B3-389A-686EC4CFCD1F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8845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2DF339-F5ED-41D4-B5A1-E2CCE2EED00A}"/>
              </a:ext>
            </a:extLst>
          </p:cNvPr>
          <p:cNvSpPr/>
          <p:nvPr userDrawn="1"/>
        </p:nvSpPr>
        <p:spPr>
          <a:xfrm>
            <a:off x="6143256" y="2055843"/>
            <a:ext cx="5439144" cy="1233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6A8986-1E46-4519-B63E-0A814FD173EB}"/>
              </a:ext>
            </a:extLst>
          </p:cNvPr>
          <p:cNvSpPr/>
          <p:nvPr userDrawn="1"/>
        </p:nvSpPr>
        <p:spPr>
          <a:xfrm>
            <a:off x="609601" y="2055843"/>
            <a:ext cx="5486399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9" name="Triangle 3">
            <a:extLst>
              <a:ext uri="{FF2B5EF4-FFF2-40B4-BE49-F238E27FC236}">
                <a16:creationId xmlns:a16="http://schemas.microsoft.com/office/drawing/2014/main" id="{8EFBF2C0-7904-4DEC-ABD9-258C38E386FE}"/>
              </a:ext>
            </a:extLst>
          </p:cNvPr>
          <p:cNvSpPr/>
          <p:nvPr userDrawn="1"/>
        </p:nvSpPr>
        <p:spPr>
          <a:xfrm rot="5400000">
            <a:off x="5708770" y="2436377"/>
            <a:ext cx="1247033" cy="47257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117F5C-0D10-4D93-B28A-36FAEE1F0623}"/>
              </a:ext>
            </a:extLst>
          </p:cNvPr>
          <p:cNvSpPr/>
          <p:nvPr userDrawn="1"/>
        </p:nvSpPr>
        <p:spPr>
          <a:xfrm>
            <a:off x="6143256" y="3337937"/>
            <a:ext cx="5439144" cy="1233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2824A7-75B5-468C-9628-8050D81090B3}"/>
              </a:ext>
            </a:extLst>
          </p:cNvPr>
          <p:cNvSpPr/>
          <p:nvPr userDrawn="1"/>
        </p:nvSpPr>
        <p:spPr>
          <a:xfrm>
            <a:off x="609601" y="3337937"/>
            <a:ext cx="5486399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C46EE-967E-43DE-8E7B-5DD7B9F9C54D}"/>
              </a:ext>
            </a:extLst>
          </p:cNvPr>
          <p:cNvSpPr/>
          <p:nvPr userDrawn="1"/>
        </p:nvSpPr>
        <p:spPr>
          <a:xfrm>
            <a:off x="6143256" y="4619592"/>
            <a:ext cx="5439144" cy="12336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8189AC4-9F1E-44D6-98B2-FD03D9874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661635"/>
            <a:ext cx="5244889" cy="24457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From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E713F94E-38BB-4E9D-A3EF-515302600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3256" y="1661635"/>
            <a:ext cx="5439144" cy="24457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To</a:t>
            </a:r>
          </a:p>
        </p:txBody>
      </p:sp>
      <p:sp>
        <p:nvSpPr>
          <p:cNvPr id="25" name="Triangle 3">
            <a:extLst>
              <a:ext uri="{FF2B5EF4-FFF2-40B4-BE49-F238E27FC236}">
                <a16:creationId xmlns:a16="http://schemas.microsoft.com/office/drawing/2014/main" id="{EA570EFE-570C-4C50-9EB7-7F3CBA5AA8BC}"/>
              </a:ext>
            </a:extLst>
          </p:cNvPr>
          <p:cNvSpPr/>
          <p:nvPr userDrawn="1"/>
        </p:nvSpPr>
        <p:spPr>
          <a:xfrm rot="5400000">
            <a:off x="5708770" y="3726978"/>
            <a:ext cx="1247033" cy="47257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riangle 3">
            <a:extLst>
              <a:ext uri="{FF2B5EF4-FFF2-40B4-BE49-F238E27FC236}">
                <a16:creationId xmlns:a16="http://schemas.microsoft.com/office/drawing/2014/main" id="{549B954E-534C-4059-8F72-61B61F11CE43}"/>
              </a:ext>
            </a:extLst>
          </p:cNvPr>
          <p:cNvSpPr/>
          <p:nvPr userDrawn="1"/>
        </p:nvSpPr>
        <p:spPr>
          <a:xfrm rot="5400000">
            <a:off x="5708770" y="5000126"/>
            <a:ext cx="1247033" cy="47257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13C7C10-9B3A-4CC9-BB97-8C6B754AAD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0657" y="2367861"/>
            <a:ext cx="4188969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31195023-9F36-407E-90BC-BDBFD34F60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0657" y="3647476"/>
            <a:ext cx="4188969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4E6C6252-140F-422C-B5C7-701CC3AF7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0657" y="4931610"/>
            <a:ext cx="4188969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974CF91A-C74C-414F-ADC0-D29DF2C929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0729" y="2367861"/>
            <a:ext cx="4766757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287FCC-079D-4B77-8F73-7BB25A9AB2A4}"/>
              </a:ext>
            </a:extLst>
          </p:cNvPr>
          <p:cNvSpPr/>
          <p:nvPr userDrawn="1"/>
        </p:nvSpPr>
        <p:spPr>
          <a:xfrm>
            <a:off x="609601" y="4619592"/>
            <a:ext cx="5486399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C85DD239-30D0-44AD-A2A6-D42792956B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0729" y="3645170"/>
            <a:ext cx="4766757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9C6ECB6-7B74-4797-B49E-08AD769B2B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0729" y="4931610"/>
            <a:ext cx="4766757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9757266-3662-4C9F-8824-4A068EAB903F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F2A3512-3DB2-4BC1-904B-38CD8BF98B86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95F7209-F008-455C-9AC7-BDFC7E957F6F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7018EB-42C0-788A-E0CF-E9458FD1DF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1E080E-01BB-4626-FFBA-39DE0DFFD678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3060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777FB6-74C8-421B-BED8-18D95AB3690B}"/>
              </a:ext>
            </a:extLst>
          </p:cNvPr>
          <p:cNvSpPr/>
          <p:nvPr userDrawn="1"/>
        </p:nvSpPr>
        <p:spPr>
          <a:xfrm>
            <a:off x="4250268" y="3335737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66F6FCD6-852F-438B-9B0F-1AD3A844F07D}"/>
              </a:ext>
            </a:extLst>
          </p:cNvPr>
          <p:cNvSpPr/>
          <p:nvPr userDrawn="1"/>
        </p:nvSpPr>
        <p:spPr>
          <a:xfrm>
            <a:off x="3769783" y="3335737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F9648A-1D57-4560-BE1F-172A4C853107}"/>
              </a:ext>
            </a:extLst>
          </p:cNvPr>
          <p:cNvSpPr/>
          <p:nvPr userDrawn="1"/>
        </p:nvSpPr>
        <p:spPr>
          <a:xfrm>
            <a:off x="1219201" y="3335737"/>
            <a:ext cx="3031067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BF637F-E693-4AA6-82E2-E4E12A64C1C4}"/>
              </a:ext>
            </a:extLst>
          </p:cNvPr>
          <p:cNvSpPr/>
          <p:nvPr userDrawn="1"/>
        </p:nvSpPr>
        <p:spPr>
          <a:xfrm>
            <a:off x="609602" y="3335737"/>
            <a:ext cx="609599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478743-CD4A-4AF9-875C-B98480726E8E}"/>
              </a:ext>
            </a:extLst>
          </p:cNvPr>
          <p:cNvSpPr/>
          <p:nvPr userDrawn="1"/>
        </p:nvSpPr>
        <p:spPr>
          <a:xfrm>
            <a:off x="4250268" y="1622529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8F22F9CA-E631-4AA3-B083-B35BFEEA7371}"/>
              </a:ext>
            </a:extLst>
          </p:cNvPr>
          <p:cNvSpPr/>
          <p:nvPr userDrawn="1"/>
        </p:nvSpPr>
        <p:spPr>
          <a:xfrm>
            <a:off x="3769783" y="1622529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F46A01-765C-4AFC-A5EE-0A565E221653}"/>
              </a:ext>
            </a:extLst>
          </p:cNvPr>
          <p:cNvSpPr/>
          <p:nvPr userDrawn="1"/>
        </p:nvSpPr>
        <p:spPr>
          <a:xfrm>
            <a:off x="1219201" y="1622529"/>
            <a:ext cx="3031067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CA00BA-6F04-45FB-8C78-D536DC6BFE85}"/>
              </a:ext>
            </a:extLst>
          </p:cNvPr>
          <p:cNvSpPr/>
          <p:nvPr userDrawn="1"/>
        </p:nvSpPr>
        <p:spPr>
          <a:xfrm>
            <a:off x="609602" y="1622529"/>
            <a:ext cx="609599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CA9D93-6B73-4BEE-8633-75E944281E3F}"/>
              </a:ext>
            </a:extLst>
          </p:cNvPr>
          <p:cNvSpPr/>
          <p:nvPr userDrawn="1"/>
        </p:nvSpPr>
        <p:spPr>
          <a:xfrm>
            <a:off x="4250268" y="2479133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6" name="Parallelogram 45">
            <a:extLst>
              <a:ext uri="{FF2B5EF4-FFF2-40B4-BE49-F238E27FC236}">
                <a16:creationId xmlns:a16="http://schemas.microsoft.com/office/drawing/2014/main" id="{2A041226-4756-461C-8EAC-16118A5817E4}"/>
              </a:ext>
            </a:extLst>
          </p:cNvPr>
          <p:cNvSpPr/>
          <p:nvPr userDrawn="1"/>
        </p:nvSpPr>
        <p:spPr>
          <a:xfrm>
            <a:off x="3769783" y="2479133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DB66B-C59A-4E3C-B31F-923EB47339D6}"/>
              </a:ext>
            </a:extLst>
          </p:cNvPr>
          <p:cNvSpPr/>
          <p:nvPr userDrawn="1"/>
        </p:nvSpPr>
        <p:spPr>
          <a:xfrm>
            <a:off x="1219201" y="2479133"/>
            <a:ext cx="3031067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009187E-68A4-4769-85B6-493394BEEB6F}"/>
              </a:ext>
            </a:extLst>
          </p:cNvPr>
          <p:cNvSpPr/>
          <p:nvPr userDrawn="1"/>
        </p:nvSpPr>
        <p:spPr>
          <a:xfrm>
            <a:off x="609602" y="2479133"/>
            <a:ext cx="609599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8F396C-378E-4CBB-A3C9-52550063B290}"/>
              </a:ext>
            </a:extLst>
          </p:cNvPr>
          <p:cNvSpPr/>
          <p:nvPr userDrawn="1"/>
        </p:nvSpPr>
        <p:spPr>
          <a:xfrm>
            <a:off x="4250268" y="4192341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6F0F8484-75A1-497E-8649-E468A346221C}"/>
              </a:ext>
            </a:extLst>
          </p:cNvPr>
          <p:cNvSpPr/>
          <p:nvPr userDrawn="1"/>
        </p:nvSpPr>
        <p:spPr>
          <a:xfrm>
            <a:off x="3769783" y="4192341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416FD9-DDFB-48FF-872C-F143317FF4C2}"/>
              </a:ext>
            </a:extLst>
          </p:cNvPr>
          <p:cNvSpPr/>
          <p:nvPr userDrawn="1"/>
        </p:nvSpPr>
        <p:spPr>
          <a:xfrm>
            <a:off x="1219201" y="4192341"/>
            <a:ext cx="3031067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075577-C230-4691-A1D0-DF2D28D5DB17}"/>
              </a:ext>
            </a:extLst>
          </p:cNvPr>
          <p:cNvSpPr/>
          <p:nvPr userDrawn="1"/>
        </p:nvSpPr>
        <p:spPr>
          <a:xfrm>
            <a:off x="609602" y="4192341"/>
            <a:ext cx="609599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E0F9A9-D070-404A-AC84-1AA26C953AAD}"/>
              </a:ext>
            </a:extLst>
          </p:cNvPr>
          <p:cNvSpPr/>
          <p:nvPr userDrawn="1"/>
        </p:nvSpPr>
        <p:spPr>
          <a:xfrm>
            <a:off x="4250268" y="5048946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6" name="Parallelogram 55">
            <a:extLst>
              <a:ext uri="{FF2B5EF4-FFF2-40B4-BE49-F238E27FC236}">
                <a16:creationId xmlns:a16="http://schemas.microsoft.com/office/drawing/2014/main" id="{59F091F2-BADA-4CA7-A897-BEF7DD1C9E13}"/>
              </a:ext>
            </a:extLst>
          </p:cNvPr>
          <p:cNvSpPr/>
          <p:nvPr userDrawn="1"/>
        </p:nvSpPr>
        <p:spPr>
          <a:xfrm>
            <a:off x="3769783" y="5048946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3C91DC-410E-46E9-90AE-F35CC98B6CC5}"/>
              </a:ext>
            </a:extLst>
          </p:cNvPr>
          <p:cNvSpPr/>
          <p:nvPr userDrawn="1"/>
        </p:nvSpPr>
        <p:spPr>
          <a:xfrm>
            <a:off x="1219201" y="5048946"/>
            <a:ext cx="3031067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AE49B60-7F4D-48F5-BDE6-993DE79CA49E}"/>
              </a:ext>
            </a:extLst>
          </p:cNvPr>
          <p:cNvSpPr/>
          <p:nvPr userDrawn="1"/>
        </p:nvSpPr>
        <p:spPr>
          <a:xfrm>
            <a:off x="609602" y="5048946"/>
            <a:ext cx="609599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DB302B29-C1E1-4C17-9DB5-81723DECE1F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09600" y="1737037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57C693E4-EA47-455A-9F56-0818A80FF723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371600" y="1734563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73E522A8-71E1-4BE2-92C9-B582C31FD74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948927" y="1734563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D05ACA44-E31B-4961-9264-8FC994588BF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9600" y="2593641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2</a:t>
            </a:r>
            <a:endParaRPr lang="en-IN" dirty="0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86107D4F-5964-479A-B37F-371348F5199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371600" y="2598562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E77B9827-0342-4250-8A9C-BDC7D53D3CB9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948927" y="2598562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3AF0BB81-B39D-4CE9-A5BE-B5EB08EA4BF8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09600" y="3450245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3</a:t>
            </a:r>
            <a:endParaRPr lang="en-IN" dirty="0"/>
          </a:p>
        </p:txBody>
      </p:sp>
      <p:sp>
        <p:nvSpPr>
          <p:cNvPr id="66" name="Text Placeholder 5">
            <a:extLst>
              <a:ext uri="{FF2B5EF4-FFF2-40B4-BE49-F238E27FC236}">
                <a16:creationId xmlns:a16="http://schemas.microsoft.com/office/drawing/2014/main" id="{1A19E896-3C0D-43EF-8169-169EB7D12373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71600" y="3455166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A0037D11-7DA9-4893-9951-6C2811859375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948927" y="3455166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C601933D-1B44-4656-9C82-E7CB0768EE8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600" y="4306849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4</a:t>
            </a:r>
            <a:endParaRPr lang="en-IN" dirty="0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32D3D246-8675-447C-9E31-06B83B15BA37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1371600" y="4311770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968EE86F-F480-4882-8059-7BDDF2C2814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948927" y="4311770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B033265-2A87-407E-9E0F-F1DC5F7D60B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371600" y="5163061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3135E6C7-FB59-4A7E-BD53-026064BFA64F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4948927" y="5163061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5B4A7FF7-FEAB-4117-833C-865063DD04A6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609600" y="5163454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5</a:t>
            </a:r>
            <a:endParaRPr lang="en-IN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1D2322E-D0BE-4822-8BAB-C2F4A941D930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DA045F6-CB67-4F15-B01D-FC8E12EE52CE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F3498D4-7FF0-4BE8-B8E5-9C97EB210269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8ABB52-AFAF-0DDA-28BC-4A9AEED6CF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87938D-EC3F-54D1-ABA8-B8120EAE2107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4737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image place 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7C8A1F4-BD3A-475D-9941-AF69543F0E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98248" y="0"/>
            <a:ext cx="5493752" cy="6858000"/>
          </a:xfrm>
          <a:custGeom>
            <a:avLst/>
            <a:gdLst>
              <a:gd name="connsiteX0" fmla="*/ 0 w 5493752"/>
              <a:gd name="connsiteY0" fmla="*/ 0 h 6858000"/>
              <a:gd name="connsiteX1" fmla="*/ 5493752 w 5493752"/>
              <a:gd name="connsiteY1" fmla="*/ 0 h 6858000"/>
              <a:gd name="connsiteX2" fmla="*/ 5493752 w 5493752"/>
              <a:gd name="connsiteY2" fmla="*/ 6858000 h 6858000"/>
              <a:gd name="connsiteX3" fmla="*/ 0 w 5493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3752" h="6858000">
                <a:moveTo>
                  <a:pt x="0" y="0"/>
                </a:moveTo>
                <a:lnTo>
                  <a:pt x="5493752" y="0"/>
                </a:lnTo>
                <a:lnTo>
                  <a:pt x="5493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3F78E0-648D-4286-A939-6705A302A4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840" y="783613"/>
            <a:ext cx="5493160" cy="129266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Lorem ipsum dolor sit,</a:t>
            </a:r>
            <a:br>
              <a:rPr lang="en-US" dirty="0"/>
            </a:b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63954C-FEB4-4255-9CE9-5ABF6DDCFA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840" y="526032"/>
            <a:ext cx="2882900" cy="166199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CASE STUDY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8457D9-A5D4-4F5F-A67A-B0BFDCA013A1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9FD37EC-9BB0-4B14-9EC8-45C1BADF4F84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6BC1FA0-4FCD-4EED-832E-A0E1D2959327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422B1E-48DB-75AC-896C-860EEAC3D3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DAD9FF-0A28-1803-94E0-AE1DC83EEC57}"/>
              </a:ext>
            </a:extLst>
          </p:cNvPr>
          <p:cNvSpPr txBox="1"/>
          <p:nvPr userDrawn="1"/>
        </p:nvSpPr>
        <p:spPr>
          <a:xfrm>
            <a:off x="1235434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21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3CB0F8B-F26B-4C47-8760-BEAE4B6F8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0274" y="2667000"/>
            <a:ext cx="2432586" cy="361950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Aft>
                <a:spcPts val="6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2D32E941-2CA8-4E9D-9065-C61BB02B97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9815" y="2667000"/>
            <a:ext cx="2432586" cy="361950"/>
          </a:xfrm>
          <a:solidFill>
            <a:srgbClr val="6695FF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Aft>
                <a:spcPts val="6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D2FB66-AA27-4FAC-BB0A-A5BF86108F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735" y="2667000"/>
            <a:ext cx="2432586" cy="361950"/>
          </a:xfrm>
          <a:solidFill>
            <a:schemeClr val="accent4">
              <a:lumMod val="7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Aft>
                <a:spcPts val="6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2C6969F-0357-4696-921C-2186BA8043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967" y="2667000"/>
            <a:ext cx="3004292" cy="3390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tIns="91440">
            <a:noAutofit/>
          </a:bodyPr>
          <a:lstStyle>
            <a:lvl1pPr marL="0" indent="0" algn="ctr" defTabSz="914400" rtl="0" eaLnBrk="1" latinLnBrk="0" hangingPunct="1">
              <a:spcAft>
                <a:spcPts val="12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algn="ctr" defTabSz="914400" rtl="0" eaLnBrk="1" latinLnBrk="0" hangingPunct="1">
              <a:spcAft>
                <a:spcPts val="1200"/>
              </a:spcAft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spcAft>
                <a:spcPts val="1200"/>
              </a:spcAft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spcAft>
                <a:spcPts val="1200"/>
              </a:spcAft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spcAft>
                <a:spcPts val="1200"/>
              </a:spcAft>
              <a:defRPr lang="en-US" sz="1600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The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F309F8-928E-4634-85DF-7062FA009F5F}"/>
              </a:ext>
            </a:extLst>
          </p:cNvPr>
          <p:cNvSpPr/>
          <p:nvPr userDrawn="1"/>
        </p:nvSpPr>
        <p:spPr>
          <a:xfrm>
            <a:off x="0" y="0"/>
            <a:ext cx="5117432" cy="251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6D6CD9-5D46-4557-B4EE-5D18EA56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871C58F-662E-4C2F-A0B9-BB80758B98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17432" y="0"/>
            <a:ext cx="7074568" cy="2514600"/>
          </a:xfrm>
          <a:custGeom>
            <a:avLst/>
            <a:gdLst>
              <a:gd name="connsiteX0" fmla="*/ 0 w 7074568"/>
              <a:gd name="connsiteY0" fmla="*/ 0 h 2514600"/>
              <a:gd name="connsiteX1" fmla="*/ 7074568 w 7074568"/>
              <a:gd name="connsiteY1" fmla="*/ 0 h 2514600"/>
              <a:gd name="connsiteX2" fmla="*/ 7074568 w 7074568"/>
              <a:gd name="connsiteY2" fmla="*/ 2514600 h 2514600"/>
              <a:gd name="connsiteX3" fmla="*/ 0 w 7074568"/>
              <a:gd name="connsiteY3" fmla="*/ 251460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74568" h="2514600">
                <a:moveTo>
                  <a:pt x="0" y="0"/>
                </a:moveTo>
                <a:lnTo>
                  <a:pt x="7074568" y="0"/>
                </a:lnTo>
                <a:lnTo>
                  <a:pt x="7074568" y="2514600"/>
                </a:lnTo>
                <a:lnTo>
                  <a:pt x="0" y="2514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9F0BC4-90EE-4FB2-B711-BB4D30007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968" y="567977"/>
            <a:ext cx="4234631" cy="129266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Lorem ipsum dolor sit,</a:t>
            </a:r>
            <a:br>
              <a:rPr lang="en-US" dirty="0"/>
            </a:b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B7DC20D-D548-4AEA-9A7D-6B80AB10F9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67" y="223704"/>
            <a:ext cx="2882900" cy="221599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CASE STUDY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EC2F20-2E54-4422-AD3B-B81B222A165E}"/>
              </a:ext>
            </a:extLst>
          </p:cNvPr>
          <p:cNvCxnSpPr/>
          <p:nvPr userDrawn="1"/>
        </p:nvCxnSpPr>
        <p:spPr>
          <a:xfrm>
            <a:off x="6316798" y="3080085"/>
            <a:ext cx="1" cy="30159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E6BB94-6D59-4EAA-B194-5EEE03954E67}"/>
              </a:ext>
            </a:extLst>
          </p:cNvPr>
          <p:cNvCxnSpPr/>
          <p:nvPr userDrawn="1"/>
        </p:nvCxnSpPr>
        <p:spPr>
          <a:xfrm>
            <a:off x="9016337" y="3080085"/>
            <a:ext cx="1" cy="30159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0C3A20-1AD2-4FE0-8B8E-38239DA0E3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4499" y="3079750"/>
            <a:ext cx="2790409" cy="2852738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FFA953-B920-48DE-8FDE-F418BBFCCAC5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D8442A-3B00-438E-8B59-8ED25AEA2DEF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5431778-E277-48F9-86CB-C19C6797D3A7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EC7468EB-684B-4C53-BB3A-E30DA2CF45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49989" y="3151365"/>
            <a:ext cx="2432586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3C290D4-3DF1-44E1-A293-B52B06C0CDD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6447" y="3147665"/>
            <a:ext cx="2432586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9FC87C6B-B36E-4DF9-87EC-115799463C6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728791" y="3147665"/>
            <a:ext cx="2432586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C42B22-BB22-5EA9-86E7-B4B039A7B8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CCF77A-DDCA-830C-C596-77FB91C3806C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244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276B88C5-12AE-4C32-AEAE-A60A9802BF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0244" y="2445569"/>
            <a:ext cx="2565776" cy="361950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F3DF9A9C-8FE2-4146-A7E7-319BDBE3D4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11440" y="2445569"/>
            <a:ext cx="2565776" cy="361950"/>
          </a:xfrm>
          <a:solidFill>
            <a:srgbClr val="6695FF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A92BEF1B-D286-4285-B244-03DC1469B5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49049" y="2445569"/>
            <a:ext cx="2565776" cy="361950"/>
          </a:xfrm>
          <a:solidFill>
            <a:schemeClr val="accent4">
              <a:lumMod val="7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FDD911-3719-492D-9339-81113274F1E7}"/>
              </a:ext>
            </a:extLst>
          </p:cNvPr>
          <p:cNvSpPr/>
          <p:nvPr userDrawn="1"/>
        </p:nvSpPr>
        <p:spPr>
          <a:xfrm>
            <a:off x="612968" y="2445569"/>
            <a:ext cx="2728373" cy="3612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D157D7-9308-4476-B3E4-7F3A0037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9D5740-1880-4BAB-AE9B-CFCDFB41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840" y="768969"/>
            <a:ext cx="4940710" cy="129266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Lorem ipsum dolor </a:t>
            </a:r>
            <a:r>
              <a:rPr lang="en-US" dirty="0" err="1"/>
              <a:t>sit,consectetuer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E1D5F7A-6F26-40C6-A9F0-9F1BEAE691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2840" y="424696"/>
            <a:ext cx="2882900" cy="221599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CASE STUDY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8EFFA83-3939-4783-919C-9AF2AAD09858}"/>
              </a:ext>
            </a:extLst>
          </p:cNvPr>
          <p:cNvSpPr/>
          <p:nvPr userDrawn="1"/>
        </p:nvSpPr>
        <p:spPr>
          <a:xfrm>
            <a:off x="11828206" y="1296913"/>
            <a:ext cx="363794" cy="1148657"/>
          </a:xfrm>
          <a:custGeom>
            <a:avLst/>
            <a:gdLst>
              <a:gd name="connsiteX0" fmla="*/ 478708 w 478708"/>
              <a:gd name="connsiteY0" fmla="*/ 0 h 1511491"/>
              <a:gd name="connsiteX1" fmla="*/ 478708 w 478708"/>
              <a:gd name="connsiteY1" fmla="*/ 1511491 h 1511491"/>
              <a:gd name="connsiteX2" fmla="*/ 370638 w 478708"/>
              <a:gd name="connsiteY2" fmla="*/ 1452832 h 1511491"/>
              <a:gd name="connsiteX3" fmla="*/ 0 w 478708"/>
              <a:gd name="connsiteY3" fmla="*/ 755745 h 1511491"/>
              <a:gd name="connsiteX4" fmla="*/ 370638 w 478708"/>
              <a:gd name="connsiteY4" fmla="*/ 58658 h 151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708" h="1511491">
                <a:moveTo>
                  <a:pt x="478708" y="0"/>
                </a:moveTo>
                <a:lnTo>
                  <a:pt x="478708" y="1511491"/>
                </a:lnTo>
                <a:lnTo>
                  <a:pt x="370638" y="1452832"/>
                </a:lnTo>
                <a:cubicBezTo>
                  <a:pt x="147021" y="1301760"/>
                  <a:pt x="0" y="1045922"/>
                  <a:pt x="0" y="755745"/>
                </a:cubicBezTo>
                <a:cubicBezTo>
                  <a:pt x="0" y="465568"/>
                  <a:pt x="147021" y="209730"/>
                  <a:pt x="370638" y="586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83A2B862-D651-4EB8-82E9-8C9F469180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2112" y="2491755"/>
            <a:ext cx="2532321" cy="361950"/>
          </a:xfrm>
          <a:noFill/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The Challenges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EF4014E-D575-4BB1-A1CE-646E17FEEF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110" y="2965450"/>
            <a:ext cx="2532322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54B1C67-A5D0-4A3F-8805-44C05A5CE96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14099" y="-1"/>
            <a:ext cx="6277898" cy="2061631"/>
          </a:xfrm>
          <a:custGeom>
            <a:avLst/>
            <a:gdLst>
              <a:gd name="connsiteX0" fmla="*/ 1 w 6277898"/>
              <a:gd name="connsiteY0" fmla="*/ 0 h 2061631"/>
              <a:gd name="connsiteX1" fmla="*/ 6277898 w 6277898"/>
              <a:gd name="connsiteY1" fmla="*/ 0 h 2061631"/>
              <a:gd name="connsiteX2" fmla="*/ 6277898 w 6277898"/>
              <a:gd name="connsiteY2" fmla="*/ 1296913 h 2061631"/>
              <a:gd name="connsiteX3" fmla="*/ 6195771 w 6277898"/>
              <a:gd name="connsiteY3" fmla="*/ 1341490 h 2061631"/>
              <a:gd name="connsiteX4" fmla="*/ 5914105 w 6277898"/>
              <a:gd name="connsiteY4" fmla="*/ 1871241 h 2061631"/>
              <a:gd name="connsiteX5" fmla="*/ 5934218 w 6277898"/>
              <a:gd name="connsiteY5" fmla="*/ 2030902 h 2061631"/>
              <a:gd name="connsiteX6" fmla="*/ 5946308 w 6277898"/>
              <a:gd name="connsiteY6" fmla="*/ 2061631 h 2061631"/>
              <a:gd name="connsiteX7" fmla="*/ 1030816 w 6277898"/>
              <a:gd name="connsiteY7" fmla="*/ 2061631 h 2061631"/>
              <a:gd name="connsiteX8" fmla="*/ 0 w 6277898"/>
              <a:gd name="connsiteY8" fmla="*/ 1030815 h 2061631"/>
              <a:gd name="connsiteX9" fmla="*/ 1 w 6277898"/>
              <a:gd name="connsiteY9" fmla="*/ 0 h 206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77898" h="2061631">
                <a:moveTo>
                  <a:pt x="1" y="0"/>
                </a:moveTo>
                <a:lnTo>
                  <a:pt x="6277898" y="0"/>
                </a:lnTo>
                <a:lnTo>
                  <a:pt x="6277898" y="1296913"/>
                </a:lnTo>
                <a:lnTo>
                  <a:pt x="6195771" y="1341490"/>
                </a:lnTo>
                <a:cubicBezTo>
                  <a:pt x="6025834" y="1456297"/>
                  <a:pt x="5914105" y="1650721"/>
                  <a:pt x="5914105" y="1871241"/>
                </a:cubicBezTo>
                <a:cubicBezTo>
                  <a:pt x="5914105" y="1926371"/>
                  <a:pt x="5921088" y="1979870"/>
                  <a:pt x="5934218" y="2030902"/>
                </a:cubicBezTo>
                <a:lnTo>
                  <a:pt x="5946308" y="2061631"/>
                </a:lnTo>
                <a:lnTo>
                  <a:pt x="1030816" y="2061631"/>
                </a:lnTo>
                <a:cubicBezTo>
                  <a:pt x="461512" y="2061631"/>
                  <a:pt x="0" y="1600119"/>
                  <a:pt x="0" y="1030815"/>
                </a:cubicBezTo>
                <a:cubicBezTo>
                  <a:pt x="0" y="687210"/>
                  <a:pt x="1" y="343605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41D09E9-FCDE-4773-B898-1C46CBE9796F}"/>
              </a:ext>
            </a:extLst>
          </p:cNvPr>
          <p:cNvCxnSpPr/>
          <p:nvPr userDrawn="1"/>
        </p:nvCxnSpPr>
        <p:spPr>
          <a:xfrm>
            <a:off x="6122535" y="2807519"/>
            <a:ext cx="1" cy="30159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54BDAC-2F7B-450B-B62C-0C1CDA916B75}"/>
              </a:ext>
            </a:extLst>
          </p:cNvPr>
          <p:cNvCxnSpPr/>
          <p:nvPr userDrawn="1"/>
        </p:nvCxnSpPr>
        <p:spPr>
          <a:xfrm>
            <a:off x="8903730" y="2807519"/>
            <a:ext cx="1" cy="30159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FC41AB-DFA3-4E04-A769-7EB7B8EF175B}"/>
              </a:ext>
            </a:extLst>
          </p:cNvPr>
          <p:cNvCxnSpPr>
            <a:cxnSpLocks/>
          </p:cNvCxnSpPr>
          <p:nvPr userDrawn="1"/>
        </p:nvCxnSpPr>
        <p:spPr>
          <a:xfrm>
            <a:off x="702110" y="2871473"/>
            <a:ext cx="2532322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1B2A0A-9852-4E0B-95C4-0C52BA891F14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FF00F8-C747-4688-92AA-6B2B2F31399D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5C4EF42-5405-48D3-8273-22FE4655C0D9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5AFE259C-AA6D-4432-B6ED-A8C5D22873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449048" y="2965450"/>
            <a:ext cx="2565775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517C7775-C9F1-468E-9531-97841E5DA9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30242" y="2961409"/>
            <a:ext cx="2565775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8FA0C381-029C-46F6-88EA-DA3A7309A8B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11436" y="2961409"/>
            <a:ext cx="2565775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D0D100-C44D-0E03-E4FA-576BB4E12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5BD8F9-8A17-B958-9C3C-B9597030B52A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744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FEB6B9-37BA-4E33-AD95-EE3DF3558CC1}"/>
              </a:ext>
            </a:extLst>
          </p:cNvPr>
          <p:cNvSpPr/>
          <p:nvPr/>
        </p:nvSpPr>
        <p:spPr>
          <a:xfrm>
            <a:off x="8125497" y="3894697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EAC0A4-E324-40B9-980B-1BA382E110C4}"/>
              </a:ext>
            </a:extLst>
          </p:cNvPr>
          <p:cNvSpPr/>
          <p:nvPr/>
        </p:nvSpPr>
        <p:spPr>
          <a:xfrm>
            <a:off x="8125496" y="3894698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D19AE2-AD87-437E-9799-C0FE3D8C4DE8}"/>
              </a:ext>
            </a:extLst>
          </p:cNvPr>
          <p:cNvSpPr/>
          <p:nvPr/>
        </p:nvSpPr>
        <p:spPr>
          <a:xfrm>
            <a:off x="4389340" y="3894697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5B0C0A-3324-436A-9A78-3BD2C200D21F}"/>
              </a:ext>
            </a:extLst>
          </p:cNvPr>
          <p:cNvSpPr/>
          <p:nvPr/>
        </p:nvSpPr>
        <p:spPr>
          <a:xfrm>
            <a:off x="4389339" y="3894698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CC11EB-CD7D-43F4-863B-8AD19B5DCF70}"/>
              </a:ext>
            </a:extLst>
          </p:cNvPr>
          <p:cNvSpPr/>
          <p:nvPr/>
        </p:nvSpPr>
        <p:spPr>
          <a:xfrm>
            <a:off x="602841" y="3894697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EF5531-2F5F-4AE7-B459-43BF76CC1CCC}"/>
              </a:ext>
            </a:extLst>
          </p:cNvPr>
          <p:cNvSpPr/>
          <p:nvPr/>
        </p:nvSpPr>
        <p:spPr>
          <a:xfrm>
            <a:off x="602840" y="3894698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BA6573-6293-4645-BC15-3B3DFAAC6F37}"/>
              </a:ext>
            </a:extLst>
          </p:cNvPr>
          <p:cNvSpPr/>
          <p:nvPr/>
        </p:nvSpPr>
        <p:spPr>
          <a:xfrm>
            <a:off x="8125497" y="1401151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53B38F2-5B6C-46A4-86AE-49AC27E11330}"/>
              </a:ext>
            </a:extLst>
          </p:cNvPr>
          <p:cNvSpPr/>
          <p:nvPr/>
        </p:nvSpPr>
        <p:spPr>
          <a:xfrm>
            <a:off x="8125496" y="1401152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F0305B7-B2CD-4E01-9391-8BD6A1E1DEE2}"/>
              </a:ext>
            </a:extLst>
          </p:cNvPr>
          <p:cNvSpPr/>
          <p:nvPr/>
        </p:nvSpPr>
        <p:spPr>
          <a:xfrm>
            <a:off x="4389340" y="1401151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55A01C5-61CC-4B0C-B2DF-B0DC83352844}"/>
              </a:ext>
            </a:extLst>
          </p:cNvPr>
          <p:cNvSpPr/>
          <p:nvPr/>
        </p:nvSpPr>
        <p:spPr>
          <a:xfrm>
            <a:off x="4389339" y="1401152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7F8FD1-BC20-4055-B2A1-2ED1E2BDC967}"/>
              </a:ext>
            </a:extLst>
          </p:cNvPr>
          <p:cNvSpPr/>
          <p:nvPr/>
        </p:nvSpPr>
        <p:spPr>
          <a:xfrm>
            <a:off x="602841" y="1401151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592C9DE-F5A9-4C2E-9BF1-F025C7432D9E}"/>
              </a:ext>
            </a:extLst>
          </p:cNvPr>
          <p:cNvSpPr/>
          <p:nvPr/>
        </p:nvSpPr>
        <p:spPr>
          <a:xfrm>
            <a:off x="602840" y="1401152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52BE53D5-6DD5-44E2-9827-7A420EDC5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1225" y="1401151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25F0430-C898-476E-84A1-23A0D12840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67723" y="1401151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2459267-A8A2-4043-818D-F5D32E37AC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03881" y="1401150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57C06C8-4B84-444F-A035-D73CFA7E65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81224" y="3894696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ECDC90-0BF1-40EC-9550-3B6A7B87D6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67724" y="3894696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3D6A13FC-57E8-473F-B5E0-9DDCB9F9474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03880" y="3894696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BB9EC7D5-3D40-4252-9282-0AF68A80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A0782A-4BFF-4221-869B-A95776615180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FEC6D26-5236-448A-A92A-21A52E534E6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3C68E0D-8687-412A-B3B8-797A3852A777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605A920F-51A3-461A-BDF5-F92254A082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02637" y="1531850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8EE8C0E9-025F-4EBF-8013-D1C8D00A23B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77374" y="4054694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B7ED71EC-C123-41A5-B045-29EDE839DA6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6485" y="1531850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7E69BD4-D767-4294-9F97-1F84CAFD986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06485" y="4045893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0920E73C-E32C-4026-A947-2086DFBB4F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02838" y="1531849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8F1C7C70-BBCC-4CB5-994E-FDE951EDFAE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46552" y="4022299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A6D47F-BD49-71AF-62AC-00953003AD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18C469-A493-8F1F-BE03-DB548331530D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175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C94BE-D50F-470B-A92E-4492CCB417C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3537" y="2101542"/>
            <a:ext cx="2205440" cy="220544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E1B9B176-7063-41B1-A2D9-E139A0FA2B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68011" y="2101541"/>
            <a:ext cx="2205440" cy="220544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5F1C3A2F-A9CA-428D-86BE-5B650A4B6B0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472485" y="2094565"/>
            <a:ext cx="2205440" cy="220544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0D9B2E6-308B-49DD-8679-F20BC814C6E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82590" y="4995835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322B64F2-5E51-4D1F-9615-AF350BB374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82590" y="4659115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94509992-43BC-4146-BA3A-094A8B90F2B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" y="4995835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421ED10D-1B3B-4DE5-92A1-D3687C9115A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600" y="4659115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DF33BDCE-F36B-4C78-957B-5B59ED6EEA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96095" y="4995835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76C82564-6EFB-412E-8BF5-F8BFF1F4B4D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6095" y="4659115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69EE4D53-DEF3-4E49-8388-61B42882274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376960" y="2094565"/>
            <a:ext cx="2205440" cy="220544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872E035-DC65-4943-84C7-1FADA533AD6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69086" y="4995835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E057454-6C5C-4849-A002-8F5CC7C711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69086" y="4659115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569266-5676-4EDF-A846-B7862AEE04EE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2BF5A8-BB2C-4001-A2D9-7F6701989C69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B14223-40F7-40AE-8B2C-28A6C2E2D4BA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330D3B-5E3A-A1F4-CB75-C56B180A0C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C1D462-391B-7089-9E47-E036D2BC6702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934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C94BE-D50F-470B-A92E-4492CCB417C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86730" y="1508990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E1B9B176-7063-41B1-A2D9-E139A0FA2B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091204" y="1508989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5F1C3A2F-A9CA-428D-86BE-5B650A4B6B0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5678" y="1502013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0D9B2E6-308B-49DD-8679-F20BC814C6E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82590" y="3201127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322B64F2-5E51-4D1F-9615-AF350BB374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82590" y="2874567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94509992-43BC-4146-BA3A-094A8B90F2B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" y="3201127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421ED10D-1B3B-4DE5-92A1-D3687C9115A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600" y="2874567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DF33BDCE-F36B-4C78-957B-5B59ED6EEA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96095" y="3201127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76C82564-6EFB-412E-8BF5-F8BFF1F4B4D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6095" y="2874567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69EE4D53-DEF3-4E49-8388-61B42882274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900153" y="1502013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872E035-DC65-4943-84C7-1FADA533AD6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69086" y="3201127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E057454-6C5C-4849-A002-8F5CC7C711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69086" y="2874567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D9E8311-DD7C-4DBA-92EE-78D778D437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86730" y="4045746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5F574A1B-C8EB-4532-9850-C6830C6A986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091204" y="4045745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7AA41D8-34F8-4F3E-94ED-D47E9364DF4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995678" y="4038769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5FF88AD-9569-4D34-A91D-19E9479A071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382590" y="5737883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9813B13-57AC-4697-B11B-D9549BFA1F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82590" y="5411323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8F26BFC-1965-447A-B6BC-0A14B96D1B8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9600" y="5737883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A22DB85-B0D2-4D94-917D-64F89FD17C3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09600" y="5411323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14DAEA0-B378-4CAB-B06C-954F355E96F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96095" y="5737883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E0A75D8-C047-47ED-B4D7-CEC7B3B0956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496095" y="5411323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FD448306-D615-4FED-9CF7-146F59C6BD8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900153" y="4038769"/>
            <a:ext cx="1159054" cy="115905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432DA1D-5DEB-4642-8963-26CEB733395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269086" y="5737883"/>
            <a:ext cx="2313314" cy="193899"/>
          </a:xfrm>
        </p:spPr>
        <p:txBody>
          <a:bodyPr wrap="square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B32522E8-912D-42C4-9026-091FFF5254D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69086" y="5411323"/>
            <a:ext cx="2313314" cy="22159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3BECE27-6DE9-42E1-BAA9-5432C5902D30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1E59D8-CE6D-4203-9148-F72C6063CDBB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3092442-604B-4A76-9FE2-6E43A14E93C4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F85366-EC43-BB38-4583-E467702822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23BB8A-C0D7-932F-5D97-2DB7B095928E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859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edia Placeholder 13">
            <a:extLst>
              <a:ext uri="{FF2B5EF4-FFF2-40B4-BE49-F238E27FC236}">
                <a16:creationId xmlns:a16="http://schemas.microsoft.com/office/drawing/2014/main" id="{9F38A896-D535-4A45-A2A9-20BAF32A3F07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3524" cy="6858000"/>
          </a:xfrm>
          <a:custGeom>
            <a:avLst/>
            <a:gdLst>
              <a:gd name="connsiteX0" fmla="*/ 0 w 8811768"/>
              <a:gd name="connsiteY0" fmla="*/ 0 h 4956000"/>
              <a:gd name="connsiteX1" fmla="*/ 8811768 w 8811768"/>
              <a:gd name="connsiteY1" fmla="*/ 0 h 4956000"/>
              <a:gd name="connsiteX2" fmla="*/ 8811768 w 8811768"/>
              <a:gd name="connsiteY2" fmla="*/ 4956000 h 4956000"/>
              <a:gd name="connsiteX3" fmla="*/ 0 w 8811768"/>
              <a:gd name="connsiteY3" fmla="*/ 4956000 h 49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11768" h="4956000">
                <a:moveTo>
                  <a:pt x="0" y="0"/>
                </a:moveTo>
                <a:lnTo>
                  <a:pt x="8811768" y="0"/>
                </a:lnTo>
                <a:lnTo>
                  <a:pt x="8811768" y="4956000"/>
                </a:lnTo>
                <a:lnTo>
                  <a:pt x="0" y="495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media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550741-57AF-4D09-BDA7-759895676B41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493B6E-8EDC-4B57-B198-B4197A1FF8D4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D8F8E2-EB4D-4B7D-B919-7DEA0A3B75FB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9299E7-2A45-F048-FA59-281AF738BE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22076F-1CF2-F366-1DB4-9D44EB50850E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4732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D157D7-9308-4476-B3E4-7F3A0037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B41436-1F57-41F6-8FDD-FA38A4786964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900F2B4-0228-434A-8C55-53FD39C9C5F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A49F532-E17D-4B18-9F4F-D1651EE42014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AF38A-8D6E-F25D-915D-0C7D55B9A0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76F34D-FFCD-0AD2-03CB-1071BCBF1475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106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35178D8-33B6-45A9-A3BF-A7FD579D7D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1941" y="69011"/>
            <a:ext cx="6376969" cy="6480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783DAC-928E-435D-B73C-AB1F67C98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413" y="3045186"/>
            <a:ext cx="3848100" cy="553998"/>
          </a:xfrm>
        </p:spPr>
        <p:txBody>
          <a:bodyPr wrap="square" lIns="0" tIns="0" rIns="0" bIns="0">
            <a:spAutoFit/>
          </a:bodyPr>
          <a:lstStyle>
            <a:lvl1pPr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74B1A7-6101-40DC-BCE2-6B93A5C3B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413" y="3759429"/>
            <a:ext cx="3887788" cy="581698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C9053-E7DA-A4E2-D3FA-83FCE1ECD0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14" y="533399"/>
            <a:ext cx="1785937" cy="8559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014875-1217-616C-FD4B-981D16B09B7F}"/>
              </a:ext>
            </a:extLst>
          </p:cNvPr>
          <p:cNvSpPr txBox="1"/>
          <p:nvPr userDrawn="1"/>
        </p:nvSpPr>
        <p:spPr>
          <a:xfrm>
            <a:off x="517918" y="6324601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178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D157D7-9308-4476-B3E4-7F3A0037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B41436-1F57-41F6-8FDD-FA38A4786964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900F2B4-0228-434A-8C55-53FD39C9C5F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3970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A49F532-E17D-4B18-9F4F-D1651EE42014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51C2BC-680E-4CBB-A3BF-AF164E2142F1}"/>
              </a:ext>
            </a:extLst>
          </p:cNvPr>
          <p:cNvSpPr txBox="1"/>
          <p:nvPr userDrawn="1"/>
        </p:nvSpPr>
        <p:spPr>
          <a:xfrm>
            <a:off x="710636" y="2890391"/>
            <a:ext cx="107213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This presentation is prepared by SLK Software </a:t>
            </a:r>
            <a:r>
              <a:rPr lang="en-IN" sz="1600" dirty="0" err="1"/>
              <a:t>Pvt.</a:t>
            </a:r>
            <a:r>
              <a:rPr lang="en-IN" sz="1600" dirty="0"/>
              <a:t> Ltd. (SLK Software). SLK Software reserves all rights on the concept and content presented herein, except for any third-party content which is reproduced as is. </a:t>
            </a:r>
          </a:p>
          <a:p>
            <a:endParaRPr lang="en-IN" sz="1600" dirty="0"/>
          </a:p>
          <a:p>
            <a:r>
              <a:rPr lang="en-IN" sz="1600" dirty="0"/>
              <a:t>© SLK Software </a:t>
            </a:r>
            <a:r>
              <a:rPr lang="en-IN" sz="1600" dirty="0" err="1"/>
              <a:t>Pvt.</a:t>
            </a:r>
            <a:r>
              <a:rPr lang="en-IN" sz="1600" dirty="0"/>
              <a:t> Ltd. 2022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BE4CD9-73AC-2B74-BBA1-46E86D66CF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DA9E1A-135A-A352-87DA-DE433B335F03}"/>
              </a:ext>
            </a:extLst>
          </p:cNvPr>
          <p:cNvSpPr txBox="1"/>
          <p:nvPr userDrawn="1"/>
        </p:nvSpPr>
        <p:spPr>
          <a:xfrm>
            <a:off x="4937760" y="6473908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408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55EC24-BFB6-4024-A2E4-521827BB21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136"/>
          <a:stretch/>
        </p:blipFill>
        <p:spPr>
          <a:xfrm>
            <a:off x="3676650" y="0"/>
            <a:ext cx="8509255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D7C9ABD-DF2B-4C10-A520-3AED76905D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7696" y="2542604"/>
            <a:ext cx="5898355" cy="1107996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E95196-BE0E-D162-9CAC-965904AC1F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14" y="533400"/>
            <a:ext cx="1785937" cy="8559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1BAB41-4CB6-82B7-5BF6-13C9F709F82E}"/>
              </a:ext>
            </a:extLst>
          </p:cNvPr>
          <p:cNvSpPr txBox="1"/>
          <p:nvPr userDrawn="1"/>
        </p:nvSpPr>
        <p:spPr>
          <a:xfrm>
            <a:off x="597696" y="6398664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012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62316E4-717F-4A7B-AD75-1935146336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7695" y="3787448"/>
            <a:ext cx="5174455" cy="1107996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EB8390AE-9ACE-48F4-BAE4-86B223F163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84726" y="0"/>
            <a:ext cx="7409181" cy="6858000"/>
          </a:xfrm>
          <a:custGeom>
            <a:avLst/>
            <a:gdLst>
              <a:gd name="connsiteX0" fmla="*/ 0 w 7409181"/>
              <a:gd name="connsiteY0" fmla="*/ 0 h 6858000"/>
              <a:gd name="connsiteX1" fmla="*/ 2368550 w 7409181"/>
              <a:gd name="connsiteY1" fmla="*/ 0 h 6858000"/>
              <a:gd name="connsiteX2" fmla="*/ 6326505 w 7409181"/>
              <a:gd name="connsiteY2" fmla="*/ 2361565 h 6858000"/>
              <a:gd name="connsiteX3" fmla="*/ 7409181 w 7409181"/>
              <a:gd name="connsiteY3" fmla="*/ 3008630 h 6858000"/>
              <a:gd name="connsiteX4" fmla="*/ 7409181 w 7409181"/>
              <a:gd name="connsiteY4" fmla="*/ 4707255 h 6858000"/>
              <a:gd name="connsiteX5" fmla="*/ 3886200 w 7409181"/>
              <a:gd name="connsiteY5" fmla="*/ 6805931 h 6858000"/>
              <a:gd name="connsiteX6" fmla="*/ 3791585 w 7409181"/>
              <a:gd name="connsiteY6" fmla="*/ 6858000 h 6858000"/>
              <a:gd name="connsiteX7" fmla="*/ 2646045 w 7409181"/>
              <a:gd name="connsiteY7" fmla="*/ 6858000 h 6858000"/>
              <a:gd name="connsiteX8" fmla="*/ 2052955 w 7409181"/>
              <a:gd name="connsiteY8" fmla="*/ 61112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09181" h="6858000">
                <a:moveTo>
                  <a:pt x="0" y="0"/>
                </a:moveTo>
                <a:lnTo>
                  <a:pt x="2368550" y="0"/>
                </a:lnTo>
                <a:lnTo>
                  <a:pt x="6326505" y="2361565"/>
                </a:lnTo>
                <a:lnTo>
                  <a:pt x="7409181" y="3008630"/>
                </a:lnTo>
                <a:lnTo>
                  <a:pt x="7409181" y="4707255"/>
                </a:lnTo>
                <a:lnTo>
                  <a:pt x="3886200" y="6805931"/>
                </a:lnTo>
                <a:cubicBezTo>
                  <a:pt x="3855085" y="6824345"/>
                  <a:pt x="3823335" y="6842125"/>
                  <a:pt x="3791585" y="6858000"/>
                </a:cubicBezTo>
                <a:lnTo>
                  <a:pt x="2646045" y="6858000"/>
                </a:lnTo>
                <a:cubicBezTo>
                  <a:pt x="2383155" y="6711315"/>
                  <a:pt x="2169160" y="6456045"/>
                  <a:pt x="2052955" y="611124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718D7E-1543-C620-B197-CE7A8B1463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4" y="533400"/>
            <a:ext cx="1785937" cy="855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633649-C5FB-2B3B-F541-8F5CAA3CC921}"/>
              </a:ext>
            </a:extLst>
          </p:cNvPr>
          <p:cNvSpPr txBox="1"/>
          <p:nvPr userDrawn="1"/>
        </p:nvSpPr>
        <p:spPr>
          <a:xfrm>
            <a:off x="101600" y="6398664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469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8E0D6D7-9968-4C1C-B776-EAB44E26C0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675" y="2364082"/>
            <a:ext cx="6132564" cy="1107996"/>
          </a:xfrm>
        </p:spPr>
        <p:txBody>
          <a:bodyPr lIns="0" tIns="0" rIns="0" bIns="0" anchor="t">
            <a:sp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968A49-2FF0-4A50-8940-B4F67E2BC3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64271"/>
            <a:ext cx="4798480" cy="4660329"/>
          </a:xfrm>
          <a:custGeom>
            <a:avLst/>
            <a:gdLst>
              <a:gd name="connsiteX0" fmla="*/ 4295394 w 4798480"/>
              <a:gd name="connsiteY0" fmla="*/ 0 h 4660329"/>
              <a:gd name="connsiteX1" fmla="*/ 4295648 w 4798480"/>
              <a:gd name="connsiteY1" fmla="*/ 0 h 4660329"/>
              <a:gd name="connsiteX2" fmla="*/ 4317175 w 4798480"/>
              <a:gd name="connsiteY2" fmla="*/ 0 h 4660329"/>
              <a:gd name="connsiteX3" fmla="*/ 4525264 w 4798480"/>
              <a:gd name="connsiteY3" fmla="*/ 18098 h 4660329"/>
              <a:gd name="connsiteX4" fmla="*/ 4547489 w 4798480"/>
              <a:gd name="connsiteY4" fmla="*/ 22162 h 4660329"/>
              <a:gd name="connsiteX5" fmla="*/ 4560634 w 4798480"/>
              <a:gd name="connsiteY5" fmla="*/ 25400 h 4660329"/>
              <a:gd name="connsiteX6" fmla="*/ 4580255 w 4798480"/>
              <a:gd name="connsiteY6" fmla="*/ 30798 h 4660329"/>
              <a:gd name="connsiteX7" fmla="*/ 4783456 w 4798480"/>
              <a:gd name="connsiteY7" fmla="*/ 421958 h 4660329"/>
              <a:gd name="connsiteX8" fmla="*/ 4749991 w 4798480"/>
              <a:gd name="connsiteY8" fmla="*/ 491808 h 4660329"/>
              <a:gd name="connsiteX9" fmla="*/ 4746752 w 4798480"/>
              <a:gd name="connsiteY9" fmla="*/ 496633 h 4660329"/>
              <a:gd name="connsiteX10" fmla="*/ 4732020 w 4798480"/>
              <a:gd name="connsiteY10" fmla="*/ 516509 h 4660329"/>
              <a:gd name="connsiteX11" fmla="*/ 4728337 w 4798480"/>
              <a:gd name="connsiteY11" fmla="*/ 521208 h 4660329"/>
              <a:gd name="connsiteX12" fmla="*/ 4569587 w 4798480"/>
              <a:gd name="connsiteY12" fmla="*/ 685927 h 4660329"/>
              <a:gd name="connsiteX13" fmla="*/ 1223137 w 4798480"/>
              <a:gd name="connsiteY13" fmla="*/ 3596259 h 4660329"/>
              <a:gd name="connsiteX14" fmla="*/ 0 w 4798480"/>
              <a:gd name="connsiteY14" fmla="*/ 4660329 h 4660329"/>
              <a:gd name="connsiteX15" fmla="*/ 0 w 4798480"/>
              <a:gd name="connsiteY15" fmla="*/ 31179 h 466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98480" h="4660329">
                <a:moveTo>
                  <a:pt x="4295394" y="0"/>
                </a:moveTo>
                <a:lnTo>
                  <a:pt x="4295648" y="0"/>
                </a:lnTo>
                <a:cubicBezTo>
                  <a:pt x="4302803" y="0"/>
                  <a:pt x="4309978" y="0"/>
                  <a:pt x="4317175" y="0"/>
                </a:cubicBezTo>
                <a:cubicBezTo>
                  <a:pt x="4386931" y="-5"/>
                  <a:pt x="4456556" y="6051"/>
                  <a:pt x="4525264" y="18098"/>
                </a:cubicBezTo>
                <a:lnTo>
                  <a:pt x="4547489" y="22162"/>
                </a:lnTo>
                <a:cubicBezTo>
                  <a:pt x="4551929" y="22986"/>
                  <a:pt x="4556318" y="24067"/>
                  <a:pt x="4560634" y="25400"/>
                </a:cubicBezTo>
                <a:cubicBezTo>
                  <a:pt x="4567296" y="26722"/>
                  <a:pt x="4573854" y="28525"/>
                  <a:pt x="4580255" y="30798"/>
                </a:cubicBezTo>
                <a:cubicBezTo>
                  <a:pt x="4745355" y="85407"/>
                  <a:pt x="4836287" y="260096"/>
                  <a:pt x="4783456" y="421958"/>
                </a:cubicBezTo>
                <a:cubicBezTo>
                  <a:pt x="4775514" y="446649"/>
                  <a:pt x="4764257" y="470147"/>
                  <a:pt x="4749991" y="491808"/>
                </a:cubicBezTo>
                <a:cubicBezTo>
                  <a:pt x="4748848" y="493649"/>
                  <a:pt x="4747895" y="494855"/>
                  <a:pt x="4746752" y="496633"/>
                </a:cubicBezTo>
                <a:cubicBezTo>
                  <a:pt x="4741926" y="503047"/>
                  <a:pt x="4737037" y="509588"/>
                  <a:pt x="4732020" y="516509"/>
                </a:cubicBezTo>
                <a:cubicBezTo>
                  <a:pt x="4731066" y="518272"/>
                  <a:pt x="4729821" y="519860"/>
                  <a:pt x="4728337" y="521208"/>
                </a:cubicBezTo>
                <a:cubicBezTo>
                  <a:pt x="4680819" y="581073"/>
                  <a:pt x="4627658" y="636233"/>
                  <a:pt x="4569587" y="685927"/>
                </a:cubicBezTo>
                <a:lnTo>
                  <a:pt x="1223137" y="3596259"/>
                </a:lnTo>
                <a:lnTo>
                  <a:pt x="0" y="4660329"/>
                </a:lnTo>
                <a:lnTo>
                  <a:pt x="0" y="3117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475AF3-2517-FA1D-8199-D857AC40C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4" y="533400"/>
            <a:ext cx="1785937" cy="855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D40D1E-9DC5-7D66-31FC-ED8A118CB398}"/>
              </a:ext>
            </a:extLst>
          </p:cNvPr>
          <p:cNvSpPr txBox="1"/>
          <p:nvPr userDrawn="1"/>
        </p:nvSpPr>
        <p:spPr>
          <a:xfrm>
            <a:off x="101600" y="6398664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92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407" y="2533220"/>
            <a:ext cx="3814536" cy="553998"/>
          </a:xfrm>
        </p:spPr>
        <p:txBody>
          <a:bodyPr wrap="square" lIns="0" tIns="0" rIns="0" bIns="0" anchor="b">
            <a:sp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A0089A-BF78-4CF2-B336-605FA0E3ECC9}"/>
              </a:ext>
            </a:extLst>
          </p:cNvPr>
          <p:cNvCxnSpPr/>
          <p:nvPr userDrawn="1"/>
        </p:nvCxnSpPr>
        <p:spPr>
          <a:xfrm>
            <a:off x="698500" y="3308350"/>
            <a:ext cx="334645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E4A8A8-175F-4EFA-8A87-54EADEF525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1" y="3584575"/>
            <a:ext cx="3814763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Donec gravida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E5D6921A-586E-4FDD-917F-64B5CC1A1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27110" y="1616665"/>
            <a:ext cx="5769311" cy="3739485"/>
          </a:xfrm>
        </p:spPr>
        <p:txBody>
          <a:bodyPr wrap="square" lIns="0" tIns="0" rIns="0" bIns="0">
            <a:sp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100000"/>
              <a:buFontTx/>
              <a:buBlip>
                <a:blip r:embed="rId2"/>
              </a:buBlip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Donec</a:t>
            </a:r>
            <a:r>
              <a:rPr lang="en-US" dirty="0"/>
              <a:t> gravida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mi,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semvitae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In ante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nisi </a:t>
            </a:r>
            <a:r>
              <a:rPr lang="en-US" dirty="0" err="1"/>
              <a:t>ut,malesuada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br>
              <a:rPr lang="en-US" dirty="0"/>
            </a:br>
            <a:r>
              <a:rPr lang="pt-BR" dirty="0"/>
              <a:t>Ut pulvinar, quam quis interdum convallis,sem dolor </a:t>
            </a:r>
            <a:br>
              <a:rPr lang="pt-BR" dirty="0"/>
            </a:br>
            <a:r>
              <a:rPr lang="pt-BR" dirty="0"/>
              <a:t>ullamcorper lacus, vel tristique felis nunc in risus.</a:t>
            </a:r>
          </a:p>
          <a:p>
            <a:pPr lvl="0"/>
            <a:r>
              <a:rPr lang="en-US" dirty="0"/>
              <a:t>Duis ex dolor, </a:t>
            </a:r>
            <a:r>
              <a:rPr lang="en-US" dirty="0" err="1"/>
              <a:t>commodo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ac,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Morbi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magna.Aliquam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In </a:t>
            </a:r>
            <a:r>
              <a:rPr lang="en-US" dirty="0" err="1"/>
              <a:t>posuere</a:t>
            </a:r>
            <a:r>
              <a:rPr lang="en-US" dirty="0"/>
              <a:t> cursus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magna </a:t>
            </a:r>
            <a:r>
              <a:rPr lang="en-US" dirty="0" err="1"/>
              <a:t>turpis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id.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2C1C1E9-F918-48BC-838D-6AB2FF1C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C631D2-998E-4D6B-8FDE-7E61E3C9AAF8}"/>
              </a:ext>
            </a:extLst>
          </p:cNvPr>
          <p:cNvCxnSpPr>
            <a:cxnSpLocks/>
            <a:endCxn id="27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47CF92-1B09-428E-A3A3-2743884BE960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D29A5B4-E6B2-43FD-A973-4C3916F8E8BB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F4443F-5FC7-4758-FAA0-4F35D0577A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53594C-8D05-548B-AEE1-543DA270EB47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987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576AB466-5B59-43AF-82C7-DD0D8E881D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497274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0660" y="647066"/>
            <a:ext cx="4525174" cy="769442"/>
          </a:xfrm>
        </p:spPr>
        <p:txBody>
          <a:bodyPr wrap="square" lIns="0" tIns="0" rIns="0" bIns="0" anchor="t">
            <a:spAutoFit/>
          </a:bodyPr>
          <a:lstStyle>
            <a:lvl1pPr>
              <a:defRPr sz="5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8FD08B-883B-4520-99D2-2A7A6FD23700}"/>
              </a:ext>
            </a:extLst>
          </p:cNvPr>
          <p:cNvSpPr/>
          <p:nvPr userDrawn="1"/>
        </p:nvSpPr>
        <p:spPr>
          <a:xfrm>
            <a:off x="5229226" y="172402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BCFC15A-ED38-40B9-AC44-B66F0029D9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72746" y="2032813"/>
            <a:ext cx="512961" cy="553998"/>
          </a:xfrm>
          <a:solidFill>
            <a:schemeClr val="tx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2640C69-D7C3-4436-91B0-8CAEE74714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0" y="188595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0A74C732-0B88-4CA9-B859-346ED55B1F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0" y="223043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BDC36F-36AA-47D1-B317-8D7C81752733}"/>
              </a:ext>
            </a:extLst>
          </p:cNvPr>
          <p:cNvSpPr/>
          <p:nvPr userDrawn="1"/>
        </p:nvSpPr>
        <p:spPr>
          <a:xfrm>
            <a:off x="5229226" y="325103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0FF854E-9A1B-420A-8C3F-379F008B5C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72746" y="3559823"/>
            <a:ext cx="512961" cy="553998"/>
          </a:xfrm>
          <a:solidFill>
            <a:schemeClr val="tx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1BAA322D-FEE9-41D1-A7F3-2EC77785B8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0" y="341296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CC64A40D-807B-4940-BB02-2F6FDF8132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0" y="375744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A4942B-1E25-43C0-8715-BFAAFA495000}"/>
              </a:ext>
            </a:extLst>
          </p:cNvPr>
          <p:cNvSpPr/>
          <p:nvPr userDrawn="1"/>
        </p:nvSpPr>
        <p:spPr>
          <a:xfrm>
            <a:off x="5229226" y="4731399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0BE8271-9026-472D-94C5-86E7F15826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72746" y="5040186"/>
            <a:ext cx="512961" cy="553998"/>
          </a:xfrm>
          <a:solidFill>
            <a:schemeClr val="tx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23F884B8-E9C1-4D0A-8B9B-8A24B51092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15000" y="4893323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A4C60A31-D1AE-4A17-8231-D5D529697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15000" y="5237811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0732D3-6CF9-4877-A254-032019E4DD30}"/>
              </a:ext>
            </a:extLst>
          </p:cNvPr>
          <p:cNvSpPr/>
          <p:nvPr userDrawn="1"/>
        </p:nvSpPr>
        <p:spPr>
          <a:xfrm>
            <a:off x="8724899" y="172402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47433323-7DFB-4F09-9487-231FDD648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68417" y="2032813"/>
            <a:ext cx="512962" cy="553998"/>
          </a:xfrm>
          <a:solidFill>
            <a:schemeClr val="tx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206F71E-0C14-4A00-8D90-78BD2D9AC8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0673" y="188595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9D54CD5D-26AB-4605-807B-C009190D62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0673" y="223043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D60734-16F5-4E43-806D-3D2FD8DDF250}"/>
              </a:ext>
            </a:extLst>
          </p:cNvPr>
          <p:cNvSpPr/>
          <p:nvPr userDrawn="1"/>
        </p:nvSpPr>
        <p:spPr>
          <a:xfrm>
            <a:off x="8724899" y="3251036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C0CCB7BE-680F-44FB-8E0E-D372906017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68417" y="3559823"/>
            <a:ext cx="512962" cy="553998"/>
          </a:xfrm>
          <a:solidFill>
            <a:schemeClr val="tx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9778B48F-D4C4-4B63-A0E2-5DA6A3D821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0673" y="3412960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B8D74C28-921A-4D6E-83F4-F07147853F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0673" y="3757448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1F550A-3B64-497A-BB95-F352822DCC8B}"/>
              </a:ext>
            </a:extLst>
          </p:cNvPr>
          <p:cNvSpPr/>
          <p:nvPr userDrawn="1"/>
        </p:nvSpPr>
        <p:spPr>
          <a:xfrm>
            <a:off x="8724899" y="4731399"/>
            <a:ext cx="3038474" cy="11715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659BE44F-04F8-49CB-A13F-5DE128D31EE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68417" y="5040186"/>
            <a:ext cx="512962" cy="553998"/>
          </a:xfrm>
          <a:solidFill>
            <a:schemeClr val="tx1"/>
          </a:solidFill>
        </p:spPr>
        <p:txBody>
          <a:bodyPr wrap="none"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4"/>
                </a:solidFill>
              </a:defRPr>
            </a:lvl2pPr>
            <a:lvl3pPr marL="914400" indent="0">
              <a:buNone/>
              <a:defRPr>
                <a:solidFill>
                  <a:schemeClr val="accent4"/>
                </a:solidFill>
              </a:defRPr>
            </a:lvl3pPr>
            <a:lvl4pPr marL="1371600" indent="0">
              <a:buNone/>
              <a:defRPr>
                <a:solidFill>
                  <a:schemeClr val="accent4"/>
                </a:solidFill>
              </a:defRPr>
            </a:lvl4pPr>
            <a:lvl5pPr marL="1828800" indent="0"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2DC260A2-3C2E-4C0F-922C-67F3D0F327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10673" y="4893323"/>
            <a:ext cx="2400300" cy="247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B0DBC888-DD82-459A-ADDD-259EDAEF3C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10673" y="5237811"/>
            <a:ext cx="2400300" cy="507831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lvl="0"/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A7DA221-21FA-493A-878F-827EA2B693DD}"/>
              </a:ext>
            </a:extLst>
          </p:cNvPr>
          <p:cNvCxnSpPr>
            <a:cxnSpLocks/>
            <a:endCxn id="52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A9A2529-E765-4968-9990-4307C3D5301B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6405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391607F-5D84-411A-8E68-3640974C2E11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FA827-DF30-478A-A65E-1F903A7B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12A41-5E2F-4799-3DC0-0E18702DB0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DB1883-3DFC-C420-23F8-3745976AF132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9377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erator slide_image place hol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DE8914B-9522-4D9E-9108-78A2E86EBD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15771" y="-1"/>
            <a:ext cx="7376230" cy="6017696"/>
          </a:xfrm>
          <a:custGeom>
            <a:avLst/>
            <a:gdLst>
              <a:gd name="connsiteX0" fmla="*/ 4973172 w 7376230"/>
              <a:gd name="connsiteY0" fmla="*/ 0 h 6017696"/>
              <a:gd name="connsiteX1" fmla="*/ 7376230 w 7376230"/>
              <a:gd name="connsiteY1" fmla="*/ 0 h 6017696"/>
              <a:gd name="connsiteX2" fmla="*/ 7376230 w 7376230"/>
              <a:gd name="connsiteY2" fmla="*/ 1433316 h 6017696"/>
              <a:gd name="connsiteX3" fmla="*/ 6115247 w 7376230"/>
              <a:gd name="connsiteY3" fmla="*/ 5186734 h 6017696"/>
              <a:gd name="connsiteX4" fmla="*/ 4407097 w 7376230"/>
              <a:gd name="connsiteY4" fmla="*/ 5833933 h 6017696"/>
              <a:gd name="connsiteX5" fmla="*/ 683963 w 7376230"/>
              <a:gd name="connsiteY5" fmla="*/ 3616501 h 6017696"/>
              <a:gd name="connsiteX6" fmla="*/ 101927 w 7376230"/>
              <a:gd name="connsiteY6" fmla="*/ 3269810 h 6017696"/>
              <a:gd name="connsiteX7" fmla="*/ 27907 w 7376230"/>
              <a:gd name="connsiteY7" fmla="*/ 2983220 h 6017696"/>
              <a:gd name="connsiteX8" fmla="*/ 101927 w 7376230"/>
              <a:gd name="connsiteY8" fmla="*/ 2907302 h 6017696"/>
              <a:gd name="connsiteX9" fmla="*/ 2134625 w 7376230"/>
              <a:gd name="connsiteY9" fmla="*/ 1693883 h 601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76230" h="6017696">
                <a:moveTo>
                  <a:pt x="4973172" y="0"/>
                </a:moveTo>
                <a:lnTo>
                  <a:pt x="7376230" y="0"/>
                </a:lnTo>
                <a:lnTo>
                  <a:pt x="7376230" y="1433316"/>
                </a:lnTo>
                <a:lnTo>
                  <a:pt x="6115247" y="5186734"/>
                </a:lnTo>
                <a:cubicBezTo>
                  <a:pt x="5858392" y="5949075"/>
                  <a:pt x="5089092" y="6240725"/>
                  <a:pt x="4407097" y="5833933"/>
                </a:cubicBezTo>
                <a:lnTo>
                  <a:pt x="683963" y="3616501"/>
                </a:lnTo>
                <a:lnTo>
                  <a:pt x="101927" y="3269810"/>
                </a:lnTo>
                <a:cubicBezTo>
                  <a:pt x="3866" y="3211606"/>
                  <a:pt x="-29032" y="3083179"/>
                  <a:pt x="27907" y="2983220"/>
                </a:cubicBezTo>
                <a:cubicBezTo>
                  <a:pt x="45621" y="2951588"/>
                  <a:pt x="71560" y="2925649"/>
                  <a:pt x="101927" y="2907302"/>
                </a:cubicBezTo>
                <a:lnTo>
                  <a:pt x="2134625" y="169388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750027"/>
            <a:ext cx="4476750" cy="659924"/>
          </a:xfrm>
        </p:spPr>
        <p:txBody>
          <a:bodyPr wrap="square" lIns="0" tIns="0" rIns="0" bIns="0" anchor="b">
            <a:spAutoFit/>
          </a:bodyPr>
          <a:lstStyle>
            <a:lvl1pPr>
              <a:lnSpc>
                <a:spcPct val="70000"/>
              </a:lnSpc>
              <a:defRPr sz="60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D9A5FB-BA47-49FE-8711-D591D88C38D3}"/>
              </a:ext>
            </a:extLst>
          </p:cNvPr>
          <p:cNvCxnSpPr>
            <a:cxnSpLocks/>
          </p:cNvCxnSpPr>
          <p:nvPr userDrawn="1"/>
        </p:nvCxnSpPr>
        <p:spPr>
          <a:xfrm>
            <a:off x="647701" y="3565525"/>
            <a:ext cx="33623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B463879-1165-41E3-8959-E86112B9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701" y="3757520"/>
            <a:ext cx="3814763" cy="1938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Add subtext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04AE6EC5-9535-44BB-8B22-408C3FF89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1" y="1431064"/>
            <a:ext cx="3814763" cy="2492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Separator Slide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4062FA-ECC4-4B58-9D75-AD2BD67C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9F7D96-5E7C-4E35-9AC5-52D2AF990E88}"/>
              </a:ext>
            </a:extLst>
          </p:cNvPr>
          <p:cNvCxnSpPr>
            <a:cxnSpLocks/>
            <a:endCxn id="22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8C21F5-A9EE-444D-AACF-6924AA2C1076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C6B0368-B666-4FFF-8B08-1F119428ED75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28169-440F-D5CB-6ACE-79BF4DC55A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9E108C-658D-A378-DC02-2C32963063FB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4205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458021-85DB-4C8A-A919-FB614C3BA5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55" y="-1"/>
            <a:ext cx="12189291" cy="6858000"/>
          </a:xfrm>
          <a:custGeom>
            <a:avLst/>
            <a:gdLst>
              <a:gd name="connsiteX0" fmla="*/ 0 w 12189291"/>
              <a:gd name="connsiteY0" fmla="*/ 0 h 6858000"/>
              <a:gd name="connsiteX1" fmla="*/ 12189291 w 12189291"/>
              <a:gd name="connsiteY1" fmla="*/ 0 h 6858000"/>
              <a:gd name="connsiteX2" fmla="*/ 12189291 w 12189291"/>
              <a:gd name="connsiteY2" fmla="*/ 6858000 h 6858000"/>
              <a:gd name="connsiteX3" fmla="*/ 0 w 121892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291" h="6858000">
                <a:moveTo>
                  <a:pt x="0" y="0"/>
                </a:moveTo>
                <a:lnTo>
                  <a:pt x="12189291" y="0"/>
                </a:lnTo>
                <a:lnTo>
                  <a:pt x="121892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D4733-45B5-BCB5-718C-E6C7CF7AD1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88657-D2D5-4D87-9218-A3CBA6496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750027"/>
            <a:ext cx="4476750" cy="659924"/>
          </a:xfrm>
        </p:spPr>
        <p:txBody>
          <a:bodyPr wrap="square" lIns="0" tIns="0" rIns="0" bIns="0" anchor="b">
            <a:spAutoFit/>
          </a:bodyPr>
          <a:lstStyle>
            <a:lvl1pPr>
              <a:lnSpc>
                <a:spcPct val="70000"/>
              </a:lnSpc>
              <a:defRPr sz="6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D9A5FB-BA47-49FE-8711-D591D88C38D3}"/>
              </a:ext>
            </a:extLst>
          </p:cNvPr>
          <p:cNvCxnSpPr>
            <a:cxnSpLocks/>
          </p:cNvCxnSpPr>
          <p:nvPr userDrawn="1"/>
        </p:nvCxnSpPr>
        <p:spPr>
          <a:xfrm>
            <a:off x="647701" y="3565525"/>
            <a:ext cx="3362325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B463879-1165-41E3-8959-E86112B9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701" y="3757519"/>
            <a:ext cx="3814763" cy="1938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subtext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04AE6EC5-9535-44BB-8B22-408C3FF89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1" y="1431064"/>
            <a:ext cx="3814763" cy="249299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Separator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48B347-1C22-4B6C-89EE-7B4230CE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FDE9DDC-048D-474C-A64C-7DA72E09F33D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F8DEEC-07DC-4284-B3D2-37C7BC9B177C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E20F73C-489A-48E9-8AAC-F10AEB1255DF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E23EC-2ADD-FFFB-487C-166F3C2B7BBC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2363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458021-85DB-4C8A-A919-FB614C3BA5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55" y="-1"/>
            <a:ext cx="12189291" cy="6858000"/>
          </a:xfrm>
          <a:custGeom>
            <a:avLst/>
            <a:gdLst>
              <a:gd name="connsiteX0" fmla="*/ 0 w 12189291"/>
              <a:gd name="connsiteY0" fmla="*/ 0 h 6858000"/>
              <a:gd name="connsiteX1" fmla="*/ 12189291 w 12189291"/>
              <a:gd name="connsiteY1" fmla="*/ 0 h 6858000"/>
              <a:gd name="connsiteX2" fmla="*/ 12189291 w 12189291"/>
              <a:gd name="connsiteY2" fmla="*/ 6858000 h 6858000"/>
              <a:gd name="connsiteX3" fmla="*/ 0 w 121892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291" h="6858000">
                <a:moveTo>
                  <a:pt x="0" y="0"/>
                </a:moveTo>
                <a:lnTo>
                  <a:pt x="12189291" y="0"/>
                </a:lnTo>
                <a:lnTo>
                  <a:pt x="121892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48B347-1C22-4B6C-89EE-7B4230CE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7EC5DCB-77CE-497F-A312-44A26980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6E3F5C-8B18-425B-A8B9-97FBBCF10DB3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A3895C-23BF-47B8-B88D-EB6BDF1AC271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576BBF-1D68-4A3E-B6CB-625350499ACE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C428B8-1D2F-77FD-4E2D-4C3F0A084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11799B-4678-35DB-DF79-E4E4F47923F2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4507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with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282F3D8-2F6E-48FF-A6BB-DA0EAF2D89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256032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9889274-F451-40F2-B87D-A5D338B8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6A5952-6545-48B4-BDD6-D61E8F1AE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40" y="1311236"/>
            <a:ext cx="5055010" cy="4727615"/>
          </a:xfrm>
        </p:spPr>
        <p:txBody>
          <a:bodyPr lIns="0" tIns="0" rIns="0" bIns="0">
            <a:normAutofit/>
          </a:bodyPr>
          <a:lstStyle>
            <a:lvl1pPr marL="228600" indent="-2286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F7B29C-79E0-4E16-AE3E-399195D8BFD9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95F386-9989-42A5-8135-B2F258C108BA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88BBD8-79D2-4411-847E-117648F2EBCF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909308-7F5C-C25E-1A6E-9EDC0CD051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F6F15-6F6E-EBD2-994E-E67F912BE8B7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7006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104DDC-3837-48C7-ADFD-086916C0CFC2}"/>
              </a:ext>
            </a:extLst>
          </p:cNvPr>
          <p:cNvCxnSpPr>
            <a:cxnSpLocks/>
            <a:endCxn id="1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CB6069-BE11-4EFD-8772-C72E8AE345BF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3248FBF-2D57-4850-ADC2-EA86DD101774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E20AB4-7BC9-184A-EB5A-E57DF5AC6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F1379C-48E6-3BA6-B8AA-656403B366C4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5429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E1C71B-C31E-4DE0-81C2-36B75AA2B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40" y="1311236"/>
            <a:ext cx="10979560" cy="4727615"/>
          </a:xfrm>
        </p:spPr>
        <p:txBody>
          <a:bodyPr lIns="0" tIns="0" rIns="0" bIns="0">
            <a:normAutofit/>
          </a:bodyPr>
          <a:lstStyle>
            <a:lvl1pPr marL="228600" indent="-2286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13D9864-8A15-439F-A6B0-52ED33C3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DA83C5-D6B8-4B2A-81AB-A2C185C97006}"/>
              </a:ext>
            </a:extLst>
          </p:cNvPr>
          <p:cNvCxnSpPr>
            <a:cxnSpLocks/>
            <a:endCxn id="1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0548FC-6665-40F2-9D2C-759969846C26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076D7E-9610-47C1-A602-C76C2B57A682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B56C4C-7E33-CFBE-86DE-5A644401CD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067B7-A969-8968-B47A-B0CD415A08BB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842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 userDrawn="1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E1C71B-C31E-4DE0-81C2-36B75AA2B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40" y="1311236"/>
            <a:ext cx="10979560" cy="4727615"/>
          </a:xfrm>
        </p:spPr>
        <p:txBody>
          <a:bodyPr lIns="0" tIns="0" rIns="0" bIns="0">
            <a:normAutofit/>
          </a:bodyPr>
          <a:lstStyle>
            <a:lvl1pPr marL="228600" indent="-228600"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50" indent="-285750"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2950" indent="-285750"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13D9864-8A15-439F-A6B0-52ED33C3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0DD3E1-8DB0-4C42-9217-6671823FDD84}"/>
              </a:ext>
            </a:extLst>
          </p:cNvPr>
          <p:cNvCxnSpPr>
            <a:cxnSpLocks/>
            <a:endCxn id="1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ED7FF6-EB7D-4C29-A9BC-C8086CDF883C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546681D-95FF-46BC-82B7-2A1FFE291C09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BDDEDF-A73A-2946-9F7A-3E71F4EE1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3B06F7-AC52-D18D-81BE-E59C3FD1C852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399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 userDrawn="1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6D6CD9-5D46-4557-B4EE-5D18EA56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08D6BC4-BC9C-4225-9D8B-DF015A9E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EB130F-B003-44BC-9FF4-21FF3B7801DA}"/>
              </a:ext>
            </a:extLst>
          </p:cNvPr>
          <p:cNvCxnSpPr>
            <a:cxnSpLocks/>
            <a:endCxn id="12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7B098D-A618-4191-B9D7-E5596E7D1C6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4C228E-1763-44C6-9A27-207D0F6361E4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A5CA10-D6EF-7614-6743-815B35B8B1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74AC5B-A7DF-7650-0600-231AE3EB76D9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295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A3E24F1-1B29-4689-BF4B-1F92354A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47" name="Text Placeholder 22">
            <a:extLst>
              <a:ext uri="{FF2B5EF4-FFF2-40B4-BE49-F238E27FC236}">
                <a16:creationId xmlns:a16="http://schemas.microsoft.com/office/drawing/2014/main" id="{3C3B1045-82D7-4D1C-A0D9-C7AF6CAEC4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1515381"/>
            <a:ext cx="528676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8" name="Text Placeholder 22">
            <a:extLst>
              <a:ext uri="{FF2B5EF4-FFF2-40B4-BE49-F238E27FC236}">
                <a16:creationId xmlns:a16="http://schemas.microsoft.com/office/drawing/2014/main" id="{821D3531-26DE-445E-8394-D627F347D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2107082"/>
            <a:ext cx="5286764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51" name="Text Placeholder 22">
            <a:extLst>
              <a:ext uri="{FF2B5EF4-FFF2-40B4-BE49-F238E27FC236}">
                <a16:creationId xmlns:a16="http://schemas.microsoft.com/office/drawing/2014/main" id="{8E6FB394-1D65-4320-970E-008E09FBC3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5635" y="1515381"/>
            <a:ext cx="5293852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2" name="Text Placeholder 22">
            <a:extLst>
              <a:ext uri="{FF2B5EF4-FFF2-40B4-BE49-F238E27FC236}">
                <a16:creationId xmlns:a16="http://schemas.microsoft.com/office/drawing/2014/main" id="{8A0C283A-069E-4E2F-A3B4-524B3B1C2F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5635" y="2107082"/>
            <a:ext cx="5293852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FCF12C-6BF9-4EA3-8AEC-15923FAE75CA}"/>
              </a:ext>
            </a:extLst>
          </p:cNvPr>
          <p:cNvCxnSpPr>
            <a:cxnSpLocks/>
            <a:endCxn id="15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527ED-14BB-440F-A851-C9E859A09EF5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22B872-7517-4CDA-BE4D-A11132F0CC53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85745A-5E5C-6BCE-D6A5-BCCFD66694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C5D4FD-BEC2-FB09-85F2-4F14E9901D40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040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A3E24F1-1B29-4689-BF4B-1F92354A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47" name="Text Placeholder 22">
            <a:extLst>
              <a:ext uri="{FF2B5EF4-FFF2-40B4-BE49-F238E27FC236}">
                <a16:creationId xmlns:a16="http://schemas.microsoft.com/office/drawing/2014/main" id="{3C3B1045-82D7-4D1C-A0D9-C7AF6CAEC4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15153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8" name="Text Placeholder 22">
            <a:extLst>
              <a:ext uri="{FF2B5EF4-FFF2-40B4-BE49-F238E27FC236}">
                <a16:creationId xmlns:a16="http://schemas.microsoft.com/office/drawing/2014/main" id="{821D3531-26DE-445E-8394-D627F347D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2107082"/>
            <a:ext cx="3392810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1582C2EE-12F2-4538-A444-209207B95D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84826" y="15153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0" name="Text Placeholder 22">
            <a:extLst>
              <a:ext uri="{FF2B5EF4-FFF2-40B4-BE49-F238E27FC236}">
                <a16:creationId xmlns:a16="http://schemas.microsoft.com/office/drawing/2014/main" id="{80387533-5074-4951-8314-317137EA73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4826" y="2107082"/>
            <a:ext cx="3392810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51" name="Text Placeholder 22">
            <a:extLst>
              <a:ext uri="{FF2B5EF4-FFF2-40B4-BE49-F238E27FC236}">
                <a16:creationId xmlns:a16="http://schemas.microsoft.com/office/drawing/2014/main" id="{8E6FB394-1D65-4320-970E-008E09FBC3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3599" y="1515381"/>
            <a:ext cx="3392810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2" name="Text Placeholder 22">
            <a:extLst>
              <a:ext uri="{FF2B5EF4-FFF2-40B4-BE49-F238E27FC236}">
                <a16:creationId xmlns:a16="http://schemas.microsoft.com/office/drawing/2014/main" id="{8A0C283A-069E-4E2F-A3B4-524B3B1C2F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3599" y="2107082"/>
            <a:ext cx="3392810" cy="395081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4AE8B2B-0669-4E0E-902C-67D37937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947F30-82D5-4C2D-AB4D-20446DD98619}"/>
              </a:ext>
            </a:extLst>
          </p:cNvPr>
          <p:cNvCxnSpPr>
            <a:cxnSpLocks/>
            <a:endCxn id="18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50B290-36FA-48FF-A20A-2596F2B32C00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315CB8-8F8D-4614-9861-811ADAA3674A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0AA49-1170-6E0A-7DBD-7929E856C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BA664-40C2-C9C7-702D-6D23D20A02AE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431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A3E24F1-1B29-4689-BF4B-1F92354A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9D337550-9489-4A10-A4A7-8759C4E69F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15153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E43E3F72-DF83-40E4-9EBF-45CAFE8B04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554253DF-B235-490B-924E-F08544F61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2849" y="15153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4AECDE67-552B-4610-8ECA-03DB272BF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2849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D2AA3AE8-6D83-4C4A-AC1F-7B6B825AE8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1418" y="15153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4" name="Text Placeholder 22">
            <a:extLst>
              <a:ext uri="{FF2B5EF4-FFF2-40B4-BE49-F238E27FC236}">
                <a16:creationId xmlns:a16="http://schemas.microsoft.com/office/drawing/2014/main" id="{CDB0336A-053A-4B72-808D-866952012F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1418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E494B906-A39B-4DEE-9DB2-872973B005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9987" y="15153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46" name="Text Placeholder 22">
            <a:extLst>
              <a:ext uri="{FF2B5EF4-FFF2-40B4-BE49-F238E27FC236}">
                <a16:creationId xmlns:a16="http://schemas.microsoft.com/office/drawing/2014/main" id="{BF3D37D6-7CD6-4CD7-BAE9-AE511F6CD6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59987" y="2107083"/>
            <a:ext cx="2522414" cy="395081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7C0D48-74A2-4548-BCB3-067EBA9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2C8A1-E02F-4D46-85AE-C34AC4EE08FB}"/>
              </a:ext>
            </a:extLst>
          </p:cNvPr>
          <p:cNvCxnSpPr>
            <a:cxnSpLocks/>
            <a:endCxn id="20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DFD3D8-264A-4A02-9CE0-B8BCC564334C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D4C66FD-4F3F-4004-B305-2D965218FBC5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36A42-2CA1-7DA9-812D-BF69E64DF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42A9B-66B8-0D1F-BD84-65136C59D85F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2195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F335811E-4E03-4EB9-80C7-87A827CF4C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8674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9C59F194-17A8-4C42-8D61-9A7163C548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565274"/>
            <a:ext cx="3259344" cy="381000"/>
          </a:xfrm>
          <a:prstGeom prst="rect">
            <a:avLst/>
          </a:prstGeom>
          <a:solidFill>
            <a:schemeClr val="accent2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5C5FA374-A5B5-4FA7-8F4A-FEA24BE10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6328" y="2098674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3624319C-48B6-4339-9FE3-9C30E844F8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6328" y="1565274"/>
            <a:ext cx="3259344" cy="381000"/>
          </a:xfrm>
          <a:prstGeom prst="rect">
            <a:avLst/>
          </a:prstGeom>
          <a:solidFill>
            <a:schemeClr val="accent1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6188687A-C297-4C13-ADB1-4A1127B028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3056" y="2098674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E5991B81-3B5D-4965-8E5B-E50A00E97C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3056" y="1565274"/>
            <a:ext cx="3259344" cy="381000"/>
          </a:xfrm>
          <a:prstGeom prst="rect">
            <a:avLst/>
          </a:prstGeom>
          <a:solidFill>
            <a:schemeClr val="accent2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8C039B4-666E-4AEE-A4EC-FF60984C72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4268205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DC0F3811-6187-4B1E-9BAF-8BB7389EAB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3734805"/>
            <a:ext cx="3259344" cy="381000"/>
          </a:xfrm>
          <a:prstGeom prst="rect">
            <a:avLst/>
          </a:prstGeom>
          <a:solidFill>
            <a:schemeClr val="accent1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9466C2C2-08EA-4A63-9347-B6D104A68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6328" y="4268205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86542A16-038F-4E76-91F9-0C9ED2A947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6328" y="3734805"/>
            <a:ext cx="3259344" cy="381000"/>
          </a:xfrm>
          <a:prstGeom prst="rect">
            <a:avLst/>
          </a:prstGeom>
          <a:solidFill>
            <a:schemeClr val="accent2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33B74AB-EF24-4ECA-A5D8-86E7DD6948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23056" y="4268205"/>
            <a:ext cx="3259344" cy="1330327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857DD7DF-8E42-480D-AED7-8259E64BAD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23056" y="3734805"/>
            <a:ext cx="3259344" cy="381000"/>
          </a:xfrm>
          <a:prstGeom prst="rect">
            <a:avLst/>
          </a:prstGeom>
          <a:solidFill>
            <a:schemeClr val="accent1"/>
          </a:solidFill>
        </p:spPr>
        <p:txBody>
          <a:bodyPr lIns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2FE2985B-C5D2-401A-9963-4B096D1A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608345-B8E1-4D4E-AFF2-700632C4001B}"/>
              </a:ext>
            </a:extLst>
          </p:cNvPr>
          <p:cNvCxnSpPr>
            <a:cxnSpLocks/>
            <a:endCxn id="2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044882-5D04-468B-BE9D-9934E436495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B56C0C-B53A-4503-B30D-9C34FEA75EF5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06F362-D05C-43D2-07A5-804786440A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54C01C-2933-8D41-BA6E-F67C91BB9C7D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67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5A236D2-A1DA-4F25-A58E-DFD921FC7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37251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BF6AEA7-B5F2-41E9-BA28-62B0BB6EC3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1522848"/>
            <a:ext cx="338565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9014CEC2-D33E-49C4-A704-1F5AC685C9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4316883"/>
            <a:ext cx="3392810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1FBE13BE-3677-4E90-AAFE-24F0199585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84826" y="3725181"/>
            <a:ext cx="3392810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89F81F9-13AC-40BC-8064-989DD1A2C38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91914" y="1522848"/>
            <a:ext cx="338565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C988D4A5-C185-4828-A6E0-6B52C6AAB8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4826" y="4316883"/>
            <a:ext cx="3392810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4B62D44-A1F3-4695-8D24-B91D1E6C76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3599" y="3725181"/>
            <a:ext cx="3392810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E571171-BFB2-40C5-8B1D-DA49F926099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00757" y="1522848"/>
            <a:ext cx="338565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41BB96C5-9742-44E7-B12B-40A8A1DC7A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3599" y="4316883"/>
            <a:ext cx="3392810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59A831C9-80F9-47A2-9D16-36F66A26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818827-B3CA-4640-A668-3114EAAA68AE}"/>
              </a:ext>
            </a:extLst>
          </p:cNvPr>
          <p:cNvCxnSpPr>
            <a:cxnSpLocks/>
            <a:endCxn id="3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A756088-4A69-4FD1-AC8D-21362C34BC33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3EFBA57-07EC-4597-B522-6907621B26FB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94001E-69B0-B4E9-0698-BA4DABD642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49BDFB-BDB8-A6BE-0D31-9B1E32F581EB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2232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5A236D2-A1DA-4F25-A58E-DFD921FC7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512" y="37251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BF6AEA7-B5F2-41E9-BA28-62B0BB6EC3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9014CEC2-D33E-49C4-A704-1F5AC685C9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2512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ED0071-9346-4643-882D-69DC73F5D9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2849" y="37251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28A1C262-4BC5-44C4-B33C-2E37296B2D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8171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A6866245-FF1A-4197-90D8-024E936DAE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2849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1A50389-660A-491D-AFEF-6CCD949C17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1418" y="3725181"/>
            <a:ext cx="25224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DAEA4116-E013-489F-A3E2-126BCEC0EA1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46740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AACE0B47-E30A-4C9A-9124-FC572EAED99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1418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B226140E-9B98-4DAB-9058-9979109441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9987" y="3725181"/>
            <a:ext cx="2522414" cy="534553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C37D377E-7BF8-42C5-A204-DB6C92A8F46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65309" y="1522848"/>
            <a:ext cx="2517093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6389728A-98C4-44E4-B823-2C5018AA87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59987" y="4316883"/>
            <a:ext cx="2522414" cy="174912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4555D13D-2CA3-45D3-94AE-D7EE166A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5BBAC4-1C26-497E-A92F-21F8946A48BE}"/>
              </a:ext>
            </a:extLst>
          </p:cNvPr>
          <p:cNvCxnSpPr>
            <a:cxnSpLocks/>
            <a:endCxn id="2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7E8939-B4CC-47CB-96CB-399528603AB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C368BC-DD21-40AE-A485-C9608BE8E656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835637-462B-4CA8-F889-E1F82C888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E13B7E-62D2-E07A-707A-4F361D954B9C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9091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AF24FF6-C735-4E78-B5F4-782921864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4108"/>
            <a:ext cx="5304527" cy="3963792"/>
          </a:xfrm>
          <a:prstGeom prst="rect">
            <a:avLst/>
          </a:prstGeom>
        </p:spPr>
        <p:txBody>
          <a:bodyPr lIns="0"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7" name="Chart Placeholder 37">
            <a:extLst>
              <a:ext uri="{FF2B5EF4-FFF2-40B4-BE49-F238E27FC236}">
                <a16:creationId xmlns:a16="http://schemas.microsoft.com/office/drawing/2014/main" id="{E8DC445E-E88E-4D20-B0C6-3921FB62310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77876" y="1466850"/>
            <a:ext cx="5304525" cy="4591050"/>
          </a:xfrm>
          <a:prstGeom prst="rect">
            <a:avLst/>
          </a:prstGeom>
        </p:spPr>
        <p:txBody>
          <a:bodyPr/>
          <a:lstStyle>
            <a:lvl1pPr>
              <a:defRPr lang="en-IN" sz="1800" dirty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endParaRPr lang="en-IN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99D33FAF-EFC3-45F9-A282-914AB21785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2512" y="1466850"/>
            <a:ext cx="53116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D2D981E-8AB1-4EAF-BAB2-9567EFEE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7012CB-4154-4CA5-BDC5-B05D71AAAFBF}"/>
              </a:ext>
            </a:extLst>
          </p:cNvPr>
          <p:cNvCxnSpPr>
            <a:cxnSpLocks/>
            <a:endCxn id="10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30F565-B6C0-4E90-BA8B-A539C30239BC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20948C-B251-40C7-9883-A40BC0B82BFA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D03B9-EDD1-B371-DCAD-9417CAC95C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4BF132-1B3C-48F3-D373-1A2397DF9362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8785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58AB56-7C50-40AA-ACA5-385895F484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7876" y="1466850"/>
            <a:ext cx="5304525" cy="4591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AF24FF6-C735-4E78-B5F4-782921864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4108"/>
            <a:ext cx="5304527" cy="3963792"/>
          </a:xfrm>
          <a:prstGeom prst="rect">
            <a:avLst/>
          </a:prstGeom>
        </p:spPr>
        <p:txBody>
          <a:bodyPr lIns="0"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99D33FAF-EFC3-45F9-A282-914AB21785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2512" y="1466850"/>
            <a:ext cx="53116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4EB5759-7DFE-4BC9-A8D4-7A02BE2A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6375C3-720D-4C59-BE56-34E4596DD086}"/>
              </a:ext>
            </a:extLst>
          </p:cNvPr>
          <p:cNvCxnSpPr>
            <a:cxnSpLocks/>
            <a:endCxn id="14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7F83F1-0EEE-440F-851E-1116A326C760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C89411-6811-47CD-876E-4AA2A98C649E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82C80A-4008-B262-5C5F-9576589C95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3916B1-B7BF-47AC-2DC7-A29CCCC32E2A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8875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AF24FF6-C735-4E78-B5F4-782921864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94108"/>
            <a:ext cx="5304527" cy="3963792"/>
          </a:xfrm>
          <a:prstGeom prst="rect">
            <a:avLst/>
          </a:prstGeom>
        </p:spPr>
        <p:txBody>
          <a:bodyPr lIns="0"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99D33FAF-EFC3-45F9-A282-914AB21785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2512" y="1466850"/>
            <a:ext cx="5311614" cy="53455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</a:pPr>
            <a:r>
              <a:rPr lang="en-US" dirty="0"/>
              <a:t>Lorem ipsum dolor sit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C97298C-C33A-40F8-88ED-76C57679FD0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77876" y="1466850"/>
            <a:ext cx="5304525" cy="4591050"/>
          </a:xfrm>
          <a:custGeom>
            <a:avLst/>
            <a:gdLst>
              <a:gd name="connsiteX0" fmla="*/ 0 w 5311613"/>
              <a:gd name="connsiteY0" fmla="*/ 0 h 4591050"/>
              <a:gd name="connsiteX1" fmla="*/ 2173288 w 5311613"/>
              <a:gd name="connsiteY1" fmla="*/ 0 h 4591050"/>
              <a:gd name="connsiteX2" fmla="*/ 5311613 w 5311613"/>
              <a:gd name="connsiteY2" fmla="*/ 0 h 4591050"/>
              <a:gd name="connsiteX3" fmla="*/ 5311613 w 5311613"/>
              <a:gd name="connsiteY3" fmla="*/ 4591050 h 4591050"/>
              <a:gd name="connsiteX4" fmla="*/ 0 w 5311613"/>
              <a:gd name="connsiteY4" fmla="*/ 4591050 h 4591050"/>
              <a:gd name="connsiteX5" fmla="*/ 0 w 5311613"/>
              <a:gd name="connsiteY5" fmla="*/ 1981200 h 459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11613" h="4591050">
                <a:moveTo>
                  <a:pt x="0" y="0"/>
                </a:moveTo>
                <a:lnTo>
                  <a:pt x="2173288" y="0"/>
                </a:lnTo>
                <a:lnTo>
                  <a:pt x="5311613" y="0"/>
                </a:lnTo>
                <a:lnTo>
                  <a:pt x="5311613" y="4591050"/>
                </a:lnTo>
                <a:lnTo>
                  <a:pt x="0" y="4591050"/>
                </a:lnTo>
                <a:lnTo>
                  <a:pt x="0" y="1981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0FD5216-6805-4786-9071-C9C77D70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A2FC3-43C2-4D8A-B3EB-693D1ECFD5EE}"/>
              </a:ext>
            </a:extLst>
          </p:cNvPr>
          <p:cNvCxnSpPr>
            <a:cxnSpLocks/>
            <a:endCxn id="14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98CAAD-76D6-413A-83A0-EC0053AA97EB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B3225A-CFA2-472F-9D8D-CBF2C26F8811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22F156-48B1-3D0A-0604-DA1E75CFAA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0DBC9A-3AF2-E4F2-ED1B-5498CF0F0B5C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8118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2DF339-F5ED-41D4-B5A1-E2CCE2EED00A}"/>
              </a:ext>
            </a:extLst>
          </p:cNvPr>
          <p:cNvSpPr/>
          <p:nvPr userDrawn="1"/>
        </p:nvSpPr>
        <p:spPr>
          <a:xfrm>
            <a:off x="6143256" y="2055843"/>
            <a:ext cx="5439144" cy="1233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6A8986-1E46-4519-B63E-0A814FD173EB}"/>
              </a:ext>
            </a:extLst>
          </p:cNvPr>
          <p:cNvSpPr/>
          <p:nvPr userDrawn="1"/>
        </p:nvSpPr>
        <p:spPr>
          <a:xfrm>
            <a:off x="609601" y="2055843"/>
            <a:ext cx="5486399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9" name="Triangle 3">
            <a:extLst>
              <a:ext uri="{FF2B5EF4-FFF2-40B4-BE49-F238E27FC236}">
                <a16:creationId xmlns:a16="http://schemas.microsoft.com/office/drawing/2014/main" id="{8EFBF2C0-7904-4DEC-ABD9-258C38E386FE}"/>
              </a:ext>
            </a:extLst>
          </p:cNvPr>
          <p:cNvSpPr/>
          <p:nvPr userDrawn="1"/>
        </p:nvSpPr>
        <p:spPr>
          <a:xfrm rot="5400000">
            <a:off x="5708770" y="2436377"/>
            <a:ext cx="1247033" cy="47257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117F5C-0D10-4D93-B28A-36FAEE1F0623}"/>
              </a:ext>
            </a:extLst>
          </p:cNvPr>
          <p:cNvSpPr/>
          <p:nvPr userDrawn="1"/>
        </p:nvSpPr>
        <p:spPr>
          <a:xfrm>
            <a:off x="6143256" y="3337937"/>
            <a:ext cx="5439144" cy="1233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2824A7-75B5-468C-9628-8050D81090B3}"/>
              </a:ext>
            </a:extLst>
          </p:cNvPr>
          <p:cNvSpPr/>
          <p:nvPr userDrawn="1"/>
        </p:nvSpPr>
        <p:spPr>
          <a:xfrm>
            <a:off x="609601" y="3337937"/>
            <a:ext cx="5486399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C46EE-967E-43DE-8E7B-5DD7B9F9C54D}"/>
              </a:ext>
            </a:extLst>
          </p:cNvPr>
          <p:cNvSpPr/>
          <p:nvPr userDrawn="1"/>
        </p:nvSpPr>
        <p:spPr>
          <a:xfrm>
            <a:off x="6143256" y="4619592"/>
            <a:ext cx="5439144" cy="12336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8189AC4-9F1E-44D6-98B2-FD03D9874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661635"/>
            <a:ext cx="5244889" cy="24457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From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E713F94E-38BB-4E9D-A3EF-515302600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3256" y="1661635"/>
            <a:ext cx="5439144" cy="24457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To</a:t>
            </a:r>
          </a:p>
        </p:txBody>
      </p:sp>
      <p:sp>
        <p:nvSpPr>
          <p:cNvPr id="25" name="Triangle 3">
            <a:extLst>
              <a:ext uri="{FF2B5EF4-FFF2-40B4-BE49-F238E27FC236}">
                <a16:creationId xmlns:a16="http://schemas.microsoft.com/office/drawing/2014/main" id="{EA570EFE-570C-4C50-9EB7-7F3CBA5AA8BC}"/>
              </a:ext>
            </a:extLst>
          </p:cNvPr>
          <p:cNvSpPr/>
          <p:nvPr userDrawn="1"/>
        </p:nvSpPr>
        <p:spPr>
          <a:xfrm rot="5400000">
            <a:off x="5708770" y="3726978"/>
            <a:ext cx="1247033" cy="47257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riangle 3">
            <a:extLst>
              <a:ext uri="{FF2B5EF4-FFF2-40B4-BE49-F238E27FC236}">
                <a16:creationId xmlns:a16="http://schemas.microsoft.com/office/drawing/2014/main" id="{549B954E-534C-4059-8F72-61B61F11CE43}"/>
              </a:ext>
            </a:extLst>
          </p:cNvPr>
          <p:cNvSpPr/>
          <p:nvPr userDrawn="1"/>
        </p:nvSpPr>
        <p:spPr>
          <a:xfrm rot="5400000">
            <a:off x="5708770" y="5000126"/>
            <a:ext cx="1247033" cy="47257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13C7C10-9B3A-4CC9-BB97-8C6B754AAD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0657" y="2367861"/>
            <a:ext cx="4188969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31195023-9F36-407E-90BC-BDBFD34F60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0657" y="3647476"/>
            <a:ext cx="4188969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4E6C6252-140F-422C-B5C7-701CC3AF7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0657" y="4931610"/>
            <a:ext cx="4188969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974CF91A-C74C-414F-ADC0-D29DF2C929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0729" y="2367861"/>
            <a:ext cx="4766757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287FCC-079D-4B77-8F73-7BB25A9AB2A4}"/>
              </a:ext>
            </a:extLst>
          </p:cNvPr>
          <p:cNvSpPr/>
          <p:nvPr userDrawn="1"/>
        </p:nvSpPr>
        <p:spPr>
          <a:xfrm>
            <a:off x="609601" y="4619592"/>
            <a:ext cx="5486399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C85DD239-30D0-44AD-A2A6-D42792956B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0729" y="3645170"/>
            <a:ext cx="4766757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9C6ECB6-7B74-4797-B49E-08AD769B2B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0729" y="4931610"/>
            <a:ext cx="4766757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AA64E4D-BD73-4019-9C0D-108FDD06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DD6FAC1-BCFD-4B40-AC21-98F37B065A58}"/>
              </a:ext>
            </a:extLst>
          </p:cNvPr>
          <p:cNvCxnSpPr>
            <a:cxnSpLocks/>
            <a:endCxn id="42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25D1B6-1EE5-4077-9C2D-E26C2879D3A2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F6A854D-3ADF-484D-91D7-6540AE529644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085850-89A8-F1AD-2771-76835530CF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790C64-C868-C920-6B82-E544A088D918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0312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34EA40E-9B62-4139-9332-31F24BA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777FB6-74C8-421B-BED8-18D95AB3690B}"/>
              </a:ext>
            </a:extLst>
          </p:cNvPr>
          <p:cNvSpPr/>
          <p:nvPr userDrawn="1"/>
        </p:nvSpPr>
        <p:spPr>
          <a:xfrm>
            <a:off x="4250268" y="3335737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66F6FCD6-852F-438B-9B0F-1AD3A844F07D}"/>
              </a:ext>
            </a:extLst>
          </p:cNvPr>
          <p:cNvSpPr/>
          <p:nvPr userDrawn="1"/>
        </p:nvSpPr>
        <p:spPr>
          <a:xfrm>
            <a:off x="3769783" y="3335737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F9648A-1D57-4560-BE1F-172A4C853107}"/>
              </a:ext>
            </a:extLst>
          </p:cNvPr>
          <p:cNvSpPr/>
          <p:nvPr userDrawn="1"/>
        </p:nvSpPr>
        <p:spPr>
          <a:xfrm>
            <a:off x="1219201" y="3335737"/>
            <a:ext cx="3031067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BF637F-E693-4AA6-82E2-E4E12A64C1C4}"/>
              </a:ext>
            </a:extLst>
          </p:cNvPr>
          <p:cNvSpPr/>
          <p:nvPr userDrawn="1"/>
        </p:nvSpPr>
        <p:spPr>
          <a:xfrm>
            <a:off x="609602" y="3335737"/>
            <a:ext cx="609599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478743-CD4A-4AF9-875C-B98480726E8E}"/>
              </a:ext>
            </a:extLst>
          </p:cNvPr>
          <p:cNvSpPr/>
          <p:nvPr userDrawn="1"/>
        </p:nvSpPr>
        <p:spPr>
          <a:xfrm>
            <a:off x="4250268" y="1622529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8F22F9CA-E631-4AA3-B083-B35BFEEA7371}"/>
              </a:ext>
            </a:extLst>
          </p:cNvPr>
          <p:cNvSpPr/>
          <p:nvPr userDrawn="1"/>
        </p:nvSpPr>
        <p:spPr>
          <a:xfrm>
            <a:off x="3769783" y="1622529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F46A01-765C-4AFC-A5EE-0A565E221653}"/>
              </a:ext>
            </a:extLst>
          </p:cNvPr>
          <p:cNvSpPr/>
          <p:nvPr userDrawn="1"/>
        </p:nvSpPr>
        <p:spPr>
          <a:xfrm>
            <a:off x="1219201" y="1622529"/>
            <a:ext cx="3031067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CA00BA-6F04-45FB-8C78-D536DC6BFE85}"/>
              </a:ext>
            </a:extLst>
          </p:cNvPr>
          <p:cNvSpPr/>
          <p:nvPr userDrawn="1"/>
        </p:nvSpPr>
        <p:spPr>
          <a:xfrm>
            <a:off x="609602" y="1622529"/>
            <a:ext cx="609599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CA9D93-6B73-4BEE-8633-75E944281E3F}"/>
              </a:ext>
            </a:extLst>
          </p:cNvPr>
          <p:cNvSpPr/>
          <p:nvPr userDrawn="1"/>
        </p:nvSpPr>
        <p:spPr>
          <a:xfrm>
            <a:off x="4250268" y="2479133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46" name="Parallelogram 45">
            <a:extLst>
              <a:ext uri="{FF2B5EF4-FFF2-40B4-BE49-F238E27FC236}">
                <a16:creationId xmlns:a16="http://schemas.microsoft.com/office/drawing/2014/main" id="{2A041226-4756-461C-8EAC-16118A5817E4}"/>
              </a:ext>
            </a:extLst>
          </p:cNvPr>
          <p:cNvSpPr/>
          <p:nvPr userDrawn="1"/>
        </p:nvSpPr>
        <p:spPr>
          <a:xfrm>
            <a:off x="3769783" y="2479133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DB66B-C59A-4E3C-B31F-923EB47339D6}"/>
              </a:ext>
            </a:extLst>
          </p:cNvPr>
          <p:cNvSpPr/>
          <p:nvPr userDrawn="1"/>
        </p:nvSpPr>
        <p:spPr>
          <a:xfrm>
            <a:off x="1219201" y="2479133"/>
            <a:ext cx="3031067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009187E-68A4-4769-85B6-493394BEEB6F}"/>
              </a:ext>
            </a:extLst>
          </p:cNvPr>
          <p:cNvSpPr/>
          <p:nvPr userDrawn="1"/>
        </p:nvSpPr>
        <p:spPr>
          <a:xfrm>
            <a:off x="609602" y="2479133"/>
            <a:ext cx="609599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8F396C-378E-4CBB-A3C9-52550063B290}"/>
              </a:ext>
            </a:extLst>
          </p:cNvPr>
          <p:cNvSpPr/>
          <p:nvPr userDrawn="1"/>
        </p:nvSpPr>
        <p:spPr>
          <a:xfrm>
            <a:off x="4250268" y="4192341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6F0F8484-75A1-497E-8649-E468A346221C}"/>
              </a:ext>
            </a:extLst>
          </p:cNvPr>
          <p:cNvSpPr/>
          <p:nvPr userDrawn="1"/>
        </p:nvSpPr>
        <p:spPr>
          <a:xfrm>
            <a:off x="3769783" y="4192341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416FD9-DDFB-48FF-872C-F143317FF4C2}"/>
              </a:ext>
            </a:extLst>
          </p:cNvPr>
          <p:cNvSpPr/>
          <p:nvPr userDrawn="1"/>
        </p:nvSpPr>
        <p:spPr>
          <a:xfrm>
            <a:off x="1219201" y="4192341"/>
            <a:ext cx="3031067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075577-C230-4691-A1D0-DF2D28D5DB17}"/>
              </a:ext>
            </a:extLst>
          </p:cNvPr>
          <p:cNvSpPr/>
          <p:nvPr userDrawn="1"/>
        </p:nvSpPr>
        <p:spPr>
          <a:xfrm>
            <a:off x="609602" y="4192341"/>
            <a:ext cx="609599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E0F9A9-D070-404A-AC84-1AA26C953AAD}"/>
              </a:ext>
            </a:extLst>
          </p:cNvPr>
          <p:cNvSpPr/>
          <p:nvPr userDrawn="1"/>
        </p:nvSpPr>
        <p:spPr>
          <a:xfrm>
            <a:off x="4250268" y="5048946"/>
            <a:ext cx="7332132" cy="80045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6" name="Parallelogram 55">
            <a:extLst>
              <a:ext uri="{FF2B5EF4-FFF2-40B4-BE49-F238E27FC236}">
                <a16:creationId xmlns:a16="http://schemas.microsoft.com/office/drawing/2014/main" id="{59F091F2-BADA-4CA7-A897-BEF7DD1C9E13}"/>
              </a:ext>
            </a:extLst>
          </p:cNvPr>
          <p:cNvSpPr/>
          <p:nvPr userDrawn="1"/>
        </p:nvSpPr>
        <p:spPr>
          <a:xfrm>
            <a:off x="3769783" y="5048946"/>
            <a:ext cx="960968" cy="800456"/>
          </a:xfrm>
          <a:prstGeom prst="parallelogram">
            <a:avLst>
              <a:gd name="adj" fmla="val 490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3C91DC-410E-46E9-90AE-F35CC98B6CC5}"/>
              </a:ext>
            </a:extLst>
          </p:cNvPr>
          <p:cNvSpPr/>
          <p:nvPr userDrawn="1"/>
        </p:nvSpPr>
        <p:spPr>
          <a:xfrm>
            <a:off x="1219201" y="5048946"/>
            <a:ext cx="3031067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Georgia" charset="0"/>
              <a:cs typeface="Georgia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AE49B60-7F4D-48F5-BDE6-993DE79CA49E}"/>
              </a:ext>
            </a:extLst>
          </p:cNvPr>
          <p:cNvSpPr/>
          <p:nvPr userDrawn="1"/>
        </p:nvSpPr>
        <p:spPr>
          <a:xfrm>
            <a:off x="609602" y="5048946"/>
            <a:ext cx="609599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Calibri" charset="0"/>
              <a:cs typeface="Calibri" charset="0"/>
            </a:endParaRP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DB302B29-C1E1-4C17-9DB5-81723DECE1F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09600" y="1737037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57C693E4-EA47-455A-9F56-0818A80FF723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371600" y="1734563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73E522A8-71E1-4BE2-92C9-B582C31FD74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948927" y="1734563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D05ACA44-E31B-4961-9264-8FC994588BF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9600" y="2593641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2</a:t>
            </a:r>
            <a:endParaRPr lang="en-IN" dirty="0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86107D4F-5964-479A-B37F-371348F5199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371600" y="2598562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E77B9827-0342-4250-8A9C-BDC7D53D3CB9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948927" y="2598562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3AF0BB81-B39D-4CE9-A5BE-B5EB08EA4BF8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09600" y="3450245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3</a:t>
            </a:r>
            <a:endParaRPr lang="en-IN" dirty="0"/>
          </a:p>
        </p:txBody>
      </p:sp>
      <p:sp>
        <p:nvSpPr>
          <p:cNvPr id="66" name="Text Placeholder 5">
            <a:extLst>
              <a:ext uri="{FF2B5EF4-FFF2-40B4-BE49-F238E27FC236}">
                <a16:creationId xmlns:a16="http://schemas.microsoft.com/office/drawing/2014/main" id="{1A19E896-3C0D-43EF-8169-169EB7D12373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71600" y="3455166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A0037D11-7DA9-4893-9951-6C2811859375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948927" y="3455166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C601933D-1B44-4656-9C82-E7CB0768EE8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600" y="4306849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4</a:t>
            </a:r>
            <a:endParaRPr lang="en-IN" dirty="0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32D3D246-8675-447C-9E31-06B83B15BA37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1371600" y="4311770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968EE86F-F480-4882-8059-7BDDF2C2814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948927" y="4311770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B033265-2A87-407E-9E0F-F1DC5F7D60B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371600" y="5163061"/>
            <a:ext cx="3200400" cy="5763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3135E6C7-FB59-4A7E-BD53-026064BFA64F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4948927" y="5163061"/>
            <a:ext cx="6443395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5B4A7FF7-FEAB-4117-833C-865063DD04A6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609600" y="5163454"/>
            <a:ext cx="619763" cy="5714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5</a:t>
            </a:r>
            <a:endParaRPr lang="en-IN" dirty="0"/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5FA76589-950A-44A9-A21B-609AFB04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092AAD-5F1C-4BB7-87F1-BAF7C651E0A6}"/>
              </a:ext>
            </a:extLst>
          </p:cNvPr>
          <p:cNvCxnSpPr>
            <a:cxnSpLocks/>
            <a:endCxn id="79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86E2481-30DF-4FBE-9B8B-C12A425D412A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3A3709-D17F-4535-88C6-BC18D481C507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A2C29E-87CA-0504-2C93-68A47B8AB9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7ED3C9-1411-A851-F9A0-6BCD5979AC11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362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image place 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7C8A1F4-BD3A-475D-9941-AF69543F0E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98248" y="0"/>
            <a:ext cx="5493752" cy="6858000"/>
          </a:xfrm>
          <a:custGeom>
            <a:avLst/>
            <a:gdLst>
              <a:gd name="connsiteX0" fmla="*/ 0 w 5493752"/>
              <a:gd name="connsiteY0" fmla="*/ 0 h 6858000"/>
              <a:gd name="connsiteX1" fmla="*/ 5493752 w 5493752"/>
              <a:gd name="connsiteY1" fmla="*/ 0 h 6858000"/>
              <a:gd name="connsiteX2" fmla="*/ 5493752 w 5493752"/>
              <a:gd name="connsiteY2" fmla="*/ 6858000 h 6858000"/>
              <a:gd name="connsiteX3" fmla="*/ 0 w 5493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3752" h="6858000">
                <a:moveTo>
                  <a:pt x="0" y="0"/>
                </a:moveTo>
                <a:lnTo>
                  <a:pt x="5493752" y="0"/>
                </a:lnTo>
                <a:lnTo>
                  <a:pt x="5493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3F78E0-648D-4286-A939-6705A302A4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840" y="783613"/>
            <a:ext cx="5493160" cy="129266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Lorem ipsum dolor sit,</a:t>
            </a:r>
            <a:br>
              <a:rPr lang="en-US" dirty="0"/>
            </a:b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63954C-FEB4-4255-9CE9-5ABF6DDCFA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840" y="526032"/>
            <a:ext cx="2882900" cy="166199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CASE STUDY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24F8F1-1E56-4E28-ADD7-F07FD618EBCC}"/>
              </a:ext>
            </a:extLst>
          </p:cNvPr>
          <p:cNvCxnSpPr>
            <a:cxnSpLocks/>
            <a:endCxn id="15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FAE752-A97E-4015-97F9-39685A301243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442952-5078-4D03-984F-EE51FAF98B33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B06C1D-FA3B-4D96-A2FB-596A60752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7369EC-5A15-9A0F-EC85-B46619AB4377}"/>
              </a:ext>
            </a:extLst>
          </p:cNvPr>
          <p:cNvSpPr txBox="1"/>
          <p:nvPr userDrawn="1"/>
        </p:nvSpPr>
        <p:spPr>
          <a:xfrm>
            <a:off x="1221469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0621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3CB0F8B-F26B-4C47-8760-BEAE4B6F8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0274" y="2667000"/>
            <a:ext cx="2432586" cy="361950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Aft>
                <a:spcPts val="6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2D32E941-2CA8-4E9D-9065-C61BB02B97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9815" y="2667000"/>
            <a:ext cx="2432586" cy="361950"/>
          </a:xfrm>
          <a:solidFill>
            <a:srgbClr val="6695FF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Aft>
                <a:spcPts val="6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D2FB66-AA27-4FAC-BB0A-A5BF86108F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735" y="2667000"/>
            <a:ext cx="2432586" cy="361950"/>
          </a:xfrm>
          <a:solidFill>
            <a:schemeClr val="accent4">
              <a:lumMod val="7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Aft>
                <a:spcPts val="6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2C6969F-0357-4696-921C-2186BA8043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967" y="2667000"/>
            <a:ext cx="3004292" cy="3390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tIns="91440">
            <a:noAutofit/>
          </a:bodyPr>
          <a:lstStyle>
            <a:lvl1pPr marL="0" indent="0" algn="ctr" defTabSz="914400" rtl="0" eaLnBrk="1" latinLnBrk="0" hangingPunct="1">
              <a:spcAft>
                <a:spcPts val="120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algn="ctr" defTabSz="914400" rtl="0" eaLnBrk="1" latinLnBrk="0" hangingPunct="1">
              <a:spcAft>
                <a:spcPts val="1200"/>
              </a:spcAft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spcAft>
                <a:spcPts val="1200"/>
              </a:spcAft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spcAft>
                <a:spcPts val="1200"/>
              </a:spcAft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spcAft>
                <a:spcPts val="1200"/>
              </a:spcAft>
              <a:defRPr lang="en-US" sz="1600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The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F309F8-928E-4634-85DF-7062FA009F5F}"/>
              </a:ext>
            </a:extLst>
          </p:cNvPr>
          <p:cNvSpPr/>
          <p:nvPr userDrawn="1"/>
        </p:nvSpPr>
        <p:spPr>
          <a:xfrm>
            <a:off x="0" y="0"/>
            <a:ext cx="5117432" cy="251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871C58F-662E-4C2F-A0B9-BB80758B98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17432" y="0"/>
            <a:ext cx="7074568" cy="2514600"/>
          </a:xfrm>
          <a:custGeom>
            <a:avLst/>
            <a:gdLst>
              <a:gd name="connsiteX0" fmla="*/ 0 w 7074568"/>
              <a:gd name="connsiteY0" fmla="*/ 0 h 2514600"/>
              <a:gd name="connsiteX1" fmla="*/ 7074568 w 7074568"/>
              <a:gd name="connsiteY1" fmla="*/ 0 h 2514600"/>
              <a:gd name="connsiteX2" fmla="*/ 7074568 w 7074568"/>
              <a:gd name="connsiteY2" fmla="*/ 2514600 h 2514600"/>
              <a:gd name="connsiteX3" fmla="*/ 0 w 7074568"/>
              <a:gd name="connsiteY3" fmla="*/ 251460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74568" h="2514600">
                <a:moveTo>
                  <a:pt x="0" y="0"/>
                </a:moveTo>
                <a:lnTo>
                  <a:pt x="7074568" y="0"/>
                </a:lnTo>
                <a:lnTo>
                  <a:pt x="7074568" y="2514600"/>
                </a:lnTo>
                <a:lnTo>
                  <a:pt x="0" y="2514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9F0BC4-90EE-4FB2-B711-BB4D30007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968" y="567977"/>
            <a:ext cx="4234631" cy="129266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Lorem ipsum dolor sit,</a:t>
            </a:r>
            <a:br>
              <a:rPr lang="en-US" dirty="0"/>
            </a:b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B7DC20D-D548-4AEA-9A7D-6B80AB10F9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67" y="223704"/>
            <a:ext cx="2882900" cy="221599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CASE STUDY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EC2F20-2E54-4422-AD3B-B81B222A165E}"/>
              </a:ext>
            </a:extLst>
          </p:cNvPr>
          <p:cNvCxnSpPr/>
          <p:nvPr userDrawn="1"/>
        </p:nvCxnSpPr>
        <p:spPr>
          <a:xfrm>
            <a:off x="6316798" y="3080085"/>
            <a:ext cx="1" cy="2977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E6BB94-6D59-4EAA-B194-5EEE03954E67}"/>
              </a:ext>
            </a:extLst>
          </p:cNvPr>
          <p:cNvCxnSpPr/>
          <p:nvPr userDrawn="1"/>
        </p:nvCxnSpPr>
        <p:spPr>
          <a:xfrm>
            <a:off x="9016337" y="3080085"/>
            <a:ext cx="1" cy="2977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0C3A20-1AD2-4FE0-8B8E-38239DA0E3EB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24499" y="3079750"/>
            <a:ext cx="2790409" cy="2852738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EAE3F257-46BC-4BA0-AFD4-8C3DF96AF642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47924E-85BE-4736-B24A-15F856C1FF9A}"/>
              </a:ext>
            </a:extLst>
          </p:cNvPr>
          <p:cNvCxnSpPr>
            <a:cxnSpLocks/>
            <a:endCxn id="2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AD6E44-B241-40FA-B747-6CE7EEEE3F62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8771172-2F1F-4A18-BB02-7DDB8AE1C9FA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DF6C246-AD4D-42EE-8E06-0987CF50C4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0734" y="3142623"/>
            <a:ext cx="2432581" cy="2852738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B4D400E7-871E-40ED-AEE4-C231DF56EC3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50272" y="3142623"/>
            <a:ext cx="2432581" cy="2852738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E20C36B4-5256-42EB-AE9C-CF36C169203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9817" y="3142623"/>
            <a:ext cx="2432581" cy="2852738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FED788-9D19-91BB-1A93-09A735C887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8209EA-281F-A73A-C04C-86FB19DA88CA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9787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276B88C5-12AE-4C32-AEAE-A60A9802BF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0244" y="2445569"/>
            <a:ext cx="2565776" cy="361950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F3DF9A9C-8FE2-4146-A7E7-319BDBE3D4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11440" y="2445569"/>
            <a:ext cx="2565776" cy="361950"/>
          </a:xfrm>
          <a:solidFill>
            <a:srgbClr val="6695FF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A92BEF1B-D286-4285-B244-03DC1469B5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49049" y="2445569"/>
            <a:ext cx="2565776" cy="361950"/>
          </a:xfrm>
          <a:solidFill>
            <a:schemeClr val="accent4">
              <a:lumMod val="7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FDD911-3719-492D-9339-81113274F1E7}"/>
              </a:ext>
            </a:extLst>
          </p:cNvPr>
          <p:cNvSpPr/>
          <p:nvPr userDrawn="1"/>
        </p:nvSpPr>
        <p:spPr>
          <a:xfrm>
            <a:off x="612968" y="2445569"/>
            <a:ext cx="2728373" cy="3612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9D5740-1880-4BAB-AE9B-CFCDFB41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840" y="768969"/>
            <a:ext cx="4940710" cy="129266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Lorem ipsum dolor </a:t>
            </a:r>
            <a:r>
              <a:rPr lang="en-US" dirty="0" err="1"/>
              <a:t>sit,consectetuer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E1D5F7A-6F26-40C6-A9F0-9F1BEAE691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2840" y="424696"/>
            <a:ext cx="2882900" cy="221599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CASE STUDY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8EFFA83-3939-4783-919C-9AF2AAD09858}"/>
              </a:ext>
            </a:extLst>
          </p:cNvPr>
          <p:cNvSpPr/>
          <p:nvPr userDrawn="1"/>
        </p:nvSpPr>
        <p:spPr>
          <a:xfrm>
            <a:off x="11828206" y="1296913"/>
            <a:ext cx="363794" cy="1148657"/>
          </a:xfrm>
          <a:custGeom>
            <a:avLst/>
            <a:gdLst>
              <a:gd name="connsiteX0" fmla="*/ 478708 w 478708"/>
              <a:gd name="connsiteY0" fmla="*/ 0 h 1511491"/>
              <a:gd name="connsiteX1" fmla="*/ 478708 w 478708"/>
              <a:gd name="connsiteY1" fmla="*/ 1511491 h 1511491"/>
              <a:gd name="connsiteX2" fmla="*/ 370638 w 478708"/>
              <a:gd name="connsiteY2" fmla="*/ 1452832 h 1511491"/>
              <a:gd name="connsiteX3" fmla="*/ 0 w 478708"/>
              <a:gd name="connsiteY3" fmla="*/ 755745 h 1511491"/>
              <a:gd name="connsiteX4" fmla="*/ 370638 w 478708"/>
              <a:gd name="connsiteY4" fmla="*/ 58658 h 151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708" h="1511491">
                <a:moveTo>
                  <a:pt x="478708" y="0"/>
                </a:moveTo>
                <a:lnTo>
                  <a:pt x="478708" y="1511491"/>
                </a:lnTo>
                <a:lnTo>
                  <a:pt x="370638" y="1452832"/>
                </a:lnTo>
                <a:cubicBezTo>
                  <a:pt x="147021" y="1301760"/>
                  <a:pt x="0" y="1045922"/>
                  <a:pt x="0" y="755745"/>
                </a:cubicBezTo>
                <a:cubicBezTo>
                  <a:pt x="0" y="465568"/>
                  <a:pt x="147021" y="209730"/>
                  <a:pt x="370638" y="586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83A2B862-D651-4EB8-82E9-8C9F469180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2112" y="2491755"/>
            <a:ext cx="2532321" cy="361950"/>
          </a:xfrm>
          <a:noFill/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The Challenges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EF4014E-D575-4BB1-A1CE-646E17FEEF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110" y="2965450"/>
            <a:ext cx="2532322" cy="2825750"/>
          </a:xfrm>
        </p:spPr>
        <p:txBody>
          <a:bodyPr l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54B1C67-A5D0-4A3F-8805-44C05A5CE96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14099" y="-1"/>
            <a:ext cx="6277898" cy="2061631"/>
          </a:xfrm>
          <a:custGeom>
            <a:avLst/>
            <a:gdLst>
              <a:gd name="connsiteX0" fmla="*/ 1 w 6277898"/>
              <a:gd name="connsiteY0" fmla="*/ 0 h 2061631"/>
              <a:gd name="connsiteX1" fmla="*/ 6277898 w 6277898"/>
              <a:gd name="connsiteY1" fmla="*/ 0 h 2061631"/>
              <a:gd name="connsiteX2" fmla="*/ 6277898 w 6277898"/>
              <a:gd name="connsiteY2" fmla="*/ 1296913 h 2061631"/>
              <a:gd name="connsiteX3" fmla="*/ 6195771 w 6277898"/>
              <a:gd name="connsiteY3" fmla="*/ 1341490 h 2061631"/>
              <a:gd name="connsiteX4" fmla="*/ 5914105 w 6277898"/>
              <a:gd name="connsiteY4" fmla="*/ 1871241 h 2061631"/>
              <a:gd name="connsiteX5" fmla="*/ 5934218 w 6277898"/>
              <a:gd name="connsiteY5" fmla="*/ 2030902 h 2061631"/>
              <a:gd name="connsiteX6" fmla="*/ 5946308 w 6277898"/>
              <a:gd name="connsiteY6" fmla="*/ 2061631 h 2061631"/>
              <a:gd name="connsiteX7" fmla="*/ 1030816 w 6277898"/>
              <a:gd name="connsiteY7" fmla="*/ 2061631 h 2061631"/>
              <a:gd name="connsiteX8" fmla="*/ 0 w 6277898"/>
              <a:gd name="connsiteY8" fmla="*/ 1030815 h 2061631"/>
              <a:gd name="connsiteX9" fmla="*/ 1 w 6277898"/>
              <a:gd name="connsiteY9" fmla="*/ 0 h 206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77898" h="2061631">
                <a:moveTo>
                  <a:pt x="1" y="0"/>
                </a:moveTo>
                <a:lnTo>
                  <a:pt x="6277898" y="0"/>
                </a:lnTo>
                <a:lnTo>
                  <a:pt x="6277898" y="1296913"/>
                </a:lnTo>
                <a:lnTo>
                  <a:pt x="6195771" y="1341490"/>
                </a:lnTo>
                <a:cubicBezTo>
                  <a:pt x="6025834" y="1456297"/>
                  <a:pt x="5914105" y="1650721"/>
                  <a:pt x="5914105" y="1871241"/>
                </a:cubicBezTo>
                <a:cubicBezTo>
                  <a:pt x="5914105" y="1926371"/>
                  <a:pt x="5921088" y="1979870"/>
                  <a:pt x="5934218" y="2030902"/>
                </a:cubicBezTo>
                <a:lnTo>
                  <a:pt x="5946308" y="2061631"/>
                </a:lnTo>
                <a:lnTo>
                  <a:pt x="1030816" y="2061631"/>
                </a:lnTo>
                <a:cubicBezTo>
                  <a:pt x="461512" y="2061631"/>
                  <a:pt x="0" y="1600119"/>
                  <a:pt x="0" y="1030815"/>
                </a:cubicBezTo>
                <a:cubicBezTo>
                  <a:pt x="0" y="687210"/>
                  <a:pt x="1" y="343605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13DD51-47E9-4730-9893-182F98F04490}"/>
              </a:ext>
            </a:extLst>
          </p:cNvPr>
          <p:cNvGrpSpPr/>
          <p:nvPr userDrawn="1"/>
        </p:nvGrpSpPr>
        <p:grpSpPr>
          <a:xfrm>
            <a:off x="6122534" y="2807519"/>
            <a:ext cx="2781196" cy="3250381"/>
            <a:chOff x="6122534" y="2807519"/>
            <a:chExt cx="2781196" cy="301591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1D09E9-FCDE-4773-B898-1C46CBE9796F}"/>
                </a:ext>
              </a:extLst>
            </p:cNvPr>
            <p:cNvCxnSpPr/>
            <p:nvPr userDrawn="1"/>
          </p:nvCxnSpPr>
          <p:spPr>
            <a:xfrm>
              <a:off x="6122534" y="2807519"/>
              <a:ext cx="1" cy="30159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954BDAC-2F7B-450B-B62C-0C1CDA916B75}"/>
                </a:ext>
              </a:extLst>
            </p:cNvPr>
            <p:cNvCxnSpPr/>
            <p:nvPr userDrawn="1"/>
          </p:nvCxnSpPr>
          <p:spPr>
            <a:xfrm>
              <a:off x="8903729" y="2807519"/>
              <a:ext cx="1" cy="30159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FC41AB-DFA3-4E04-A769-7EB7B8EF175B}"/>
              </a:ext>
            </a:extLst>
          </p:cNvPr>
          <p:cNvCxnSpPr>
            <a:cxnSpLocks/>
          </p:cNvCxnSpPr>
          <p:nvPr userDrawn="1"/>
        </p:nvCxnSpPr>
        <p:spPr>
          <a:xfrm>
            <a:off x="702110" y="2871473"/>
            <a:ext cx="2532322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D29F8A51-EF0F-4E69-8AD5-BE97503B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5580B9-3C88-4A5C-B97B-5FD36F9B9AEA}"/>
              </a:ext>
            </a:extLst>
          </p:cNvPr>
          <p:cNvCxnSpPr>
            <a:cxnSpLocks/>
            <a:endCxn id="24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3B5ACD-CFBD-409B-865D-A262484CCFE4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6551C0B-E1C9-4AFF-87CF-762636802962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D45C3DEA-14D3-4E17-BEA0-E0A790ED064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30244" y="2938323"/>
            <a:ext cx="2565773" cy="3119575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13136C8B-0081-4027-9902-58BBBC1F1BF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49050" y="2938323"/>
            <a:ext cx="2565773" cy="3119575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39E5D798-FCFC-4877-9F60-6BC400CC984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11438" y="2936586"/>
            <a:ext cx="2565773" cy="3119575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48578-51B1-D880-F5FC-48116E4E12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67A016-366E-199E-763A-39553A2B8786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1439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FEB6B9-37BA-4E33-AD95-EE3DF3558CC1}"/>
              </a:ext>
            </a:extLst>
          </p:cNvPr>
          <p:cNvSpPr/>
          <p:nvPr/>
        </p:nvSpPr>
        <p:spPr>
          <a:xfrm>
            <a:off x="8125497" y="3894697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EAC0A4-E324-40B9-980B-1BA382E110C4}"/>
              </a:ext>
            </a:extLst>
          </p:cNvPr>
          <p:cNvSpPr/>
          <p:nvPr/>
        </p:nvSpPr>
        <p:spPr>
          <a:xfrm>
            <a:off x="8125496" y="3894698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D19AE2-AD87-437E-9799-C0FE3D8C4DE8}"/>
              </a:ext>
            </a:extLst>
          </p:cNvPr>
          <p:cNvSpPr/>
          <p:nvPr/>
        </p:nvSpPr>
        <p:spPr>
          <a:xfrm>
            <a:off x="4389340" y="3894697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5B0C0A-3324-436A-9A78-3BD2C200D21F}"/>
              </a:ext>
            </a:extLst>
          </p:cNvPr>
          <p:cNvSpPr/>
          <p:nvPr/>
        </p:nvSpPr>
        <p:spPr>
          <a:xfrm>
            <a:off x="4389339" y="3894698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CC11EB-CD7D-43F4-863B-8AD19B5DCF70}"/>
              </a:ext>
            </a:extLst>
          </p:cNvPr>
          <p:cNvSpPr/>
          <p:nvPr/>
        </p:nvSpPr>
        <p:spPr>
          <a:xfrm>
            <a:off x="602841" y="3894697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EF5531-2F5F-4AE7-B459-43BF76CC1CCC}"/>
              </a:ext>
            </a:extLst>
          </p:cNvPr>
          <p:cNvSpPr/>
          <p:nvPr/>
        </p:nvSpPr>
        <p:spPr>
          <a:xfrm>
            <a:off x="602840" y="3894698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BA6573-6293-4645-BC15-3B3DFAAC6F37}"/>
              </a:ext>
            </a:extLst>
          </p:cNvPr>
          <p:cNvSpPr/>
          <p:nvPr/>
        </p:nvSpPr>
        <p:spPr>
          <a:xfrm>
            <a:off x="8125497" y="1401151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53B38F2-5B6C-46A4-86AE-49AC27E11330}"/>
              </a:ext>
            </a:extLst>
          </p:cNvPr>
          <p:cNvSpPr/>
          <p:nvPr/>
        </p:nvSpPr>
        <p:spPr>
          <a:xfrm>
            <a:off x="8125496" y="1401152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F0305B7-B2CD-4E01-9391-8BD6A1E1DEE2}"/>
              </a:ext>
            </a:extLst>
          </p:cNvPr>
          <p:cNvSpPr/>
          <p:nvPr/>
        </p:nvSpPr>
        <p:spPr>
          <a:xfrm>
            <a:off x="4389340" y="1401151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55A01C5-61CC-4B0C-B2DF-B0DC83352844}"/>
              </a:ext>
            </a:extLst>
          </p:cNvPr>
          <p:cNvSpPr/>
          <p:nvPr/>
        </p:nvSpPr>
        <p:spPr>
          <a:xfrm>
            <a:off x="4389339" y="1401152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3600" kern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7F8FD1-BC20-4055-B2A1-2ED1E2BDC967}"/>
              </a:ext>
            </a:extLst>
          </p:cNvPr>
          <p:cNvSpPr/>
          <p:nvPr/>
        </p:nvSpPr>
        <p:spPr>
          <a:xfrm>
            <a:off x="602841" y="1401151"/>
            <a:ext cx="3413699" cy="10669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592C9DE-F5A9-4C2E-9BF1-F025C7432D9E}"/>
              </a:ext>
            </a:extLst>
          </p:cNvPr>
          <p:cNvSpPr/>
          <p:nvPr/>
        </p:nvSpPr>
        <p:spPr>
          <a:xfrm>
            <a:off x="602840" y="1401152"/>
            <a:ext cx="2017518" cy="1071512"/>
          </a:xfrm>
          <a:custGeom>
            <a:avLst/>
            <a:gdLst>
              <a:gd name="connsiteX0" fmla="*/ 67563 w 2017518"/>
              <a:gd name="connsiteY0" fmla="*/ 0 h 1071512"/>
              <a:gd name="connsiteX1" fmla="*/ 1770576 w 2017518"/>
              <a:gd name="connsiteY1" fmla="*/ 0 h 1071512"/>
              <a:gd name="connsiteX2" fmla="*/ 2017518 w 2017518"/>
              <a:gd name="connsiteY2" fmla="*/ 534183 h 1071512"/>
              <a:gd name="connsiteX3" fmla="*/ 1770576 w 2017518"/>
              <a:gd name="connsiteY3" fmla="*/ 1068365 h 1071512"/>
              <a:gd name="connsiteX4" fmla="*/ 1591686 w 2017518"/>
              <a:gd name="connsiteY4" fmla="*/ 1068365 h 1071512"/>
              <a:gd name="connsiteX5" fmla="*/ 1576098 w 2017518"/>
              <a:gd name="connsiteY5" fmla="*/ 1071512 h 1071512"/>
              <a:gd name="connsiteX6" fmla="*/ 69850 w 2017518"/>
              <a:gd name="connsiteY6" fmla="*/ 1071512 h 1071512"/>
              <a:gd name="connsiteX7" fmla="*/ 0 w 2017518"/>
              <a:gd name="connsiteY7" fmla="*/ 1001662 h 1071512"/>
              <a:gd name="connsiteX8" fmla="*/ 0 w 2017518"/>
              <a:gd name="connsiteY8" fmla="*/ 72997 h 1071512"/>
              <a:gd name="connsiteX9" fmla="*/ 42661 w 2017518"/>
              <a:gd name="connsiteY9" fmla="*/ 8636 h 1071512"/>
              <a:gd name="connsiteX10" fmla="*/ 67563 w 2017518"/>
              <a:gd name="connsiteY10" fmla="*/ 3609 h 107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7518" h="1071512">
                <a:moveTo>
                  <a:pt x="67563" y="0"/>
                </a:moveTo>
                <a:lnTo>
                  <a:pt x="1770576" y="0"/>
                </a:lnTo>
                <a:lnTo>
                  <a:pt x="2017518" y="534183"/>
                </a:lnTo>
                <a:lnTo>
                  <a:pt x="1770576" y="1068365"/>
                </a:lnTo>
                <a:lnTo>
                  <a:pt x="1591686" y="1068365"/>
                </a:lnTo>
                <a:lnTo>
                  <a:pt x="1576098" y="1071512"/>
                </a:lnTo>
                <a:lnTo>
                  <a:pt x="69850" y="1071512"/>
                </a:lnTo>
                <a:cubicBezTo>
                  <a:pt x="31273" y="1071512"/>
                  <a:pt x="0" y="1040239"/>
                  <a:pt x="0" y="1001662"/>
                </a:cubicBezTo>
                <a:lnTo>
                  <a:pt x="0" y="72997"/>
                </a:lnTo>
                <a:cubicBezTo>
                  <a:pt x="0" y="44064"/>
                  <a:pt x="17591" y="19240"/>
                  <a:pt x="42661" y="8636"/>
                </a:cubicBezTo>
                <a:lnTo>
                  <a:pt x="67563" y="36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52BE53D5-6DD5-44E2-9827-7A420EDC5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1225" y="1401151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25F0430-C898-476E-84A1-23A0D12840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67723" y="1401151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2459267-A8A2-4043-818D-F5D32E37AC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03881" y="1401150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endParaRPr lang="en-US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57C06C8-4B84-444F-A035-D73CFA7E65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81224" y="3894696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ECDC90-0BF1-40EC-9550-3B6A7B87D6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67724" y="3894696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3D6A13FC-57E8-473F-B5E0-9DDCB9F9474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03880" y="3894696"/>
            <a:ext cx="1835314" cy="1066986"/>
          </a:xfrm>
          <a:custGeom>
            <a:avLst/>
            <a:gdLst>
              <a:gd name="connsiteX0" fmla="*/ 0 w 1835314"/>
              <a:gd name="connsiteY0" fmla="*/ 0 h 1066986"/>
              <a:gd name="connsiteX1" fmla="*/ 1657479 w 1835314"/>
              <a:gd name="connsiteY1" fmla="*/ 0 h 1066986"/>
              <a:gd name="connsiteX2" fmla="*/ 1835314 w 1835314"/>
              <a:gd name="connsiteY2" fmla="*/ 177835 h 1066986"/>
              <a:gd name="connsiteX3" fmla="*/ 1835314 w 1835314"/>
              <a:gd name="connsiteY3" fmla="*/ 889151 h 1066986"/>
              <a:gd name="connsiteX4" fmla="*/ 1657479 w 1835314"/>
              <a:gd name="connsiteY4" fmla="*/ 1066986 h 1066986"/>
              <a:gd name="connsiteX5" fmla="*/ 192829 w 1835314"/>
              <a:gd name="connsiteY5" fmla="*/ 1066986 h 1066986"/>
              <a:gd name="connsiteX6" fmla="*/ 439133 w 1835314"/>
              <a:gd name="connsiteY6" fmla="*/ 534184 h 1066986"/>
              <a:gd name="connsiteX7" fmla="*/ 192191 w 1835314"/>
              <a:gd name="connsiteY7" fmla="*/ 1 h 1066986"/>
              <a:gd name="connsiteX8" fmla="*/ 0 w 1835314"/>
              <a:gd name="connsiteY8" fmla="*/ 1 h 10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5314" h="1066986">
                <a:moveTo>
                  <a:pt x="0" y="0"/>
                </a:moveTo>
                <a:lnTo>
                  <a:pt x="1657479" y="0"/>
                </a:lnTo>
                <a:cubicBezTo>
                  <a:pt x="1755695" y="0"/>
                  <a:pt x="1835314" y="79619"/>
                  <a:pt x="1835314" y="177835"/>
                </a:cubicBezTo>
                <a:lnTo>
                  <a:pt x="1835314" y="889151"/>
                </a:lnTo>
                <a:cubicBezTo>
                  <a:pt x="1835314" y="987367"/>
                  <a:pt x="1755695" y="1066986"/>
                  <a:pt x="1657479" y="1066986"/>
                </a:cubicBezTo>
                <a:lnTo>
                  <a:pt x="192829" y="1066986"/>
                </a:lnTo>
                <a:lnTo>
                  <a:pt x="439133" y="534184"/>
                </a:lnTo>
                <a:lnTo>
                  <a:pt x="19219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r">
              <a:buNone/>
              <a:defRPr sz="1800"/>
            </a:lvl1pPr>
          </a:lstStyle>
          <a:p>
            <a:endParaRPr lang="en-US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BB9EC7D5-3D40-4252-9282-0AF68A80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9FE779E6-6E2F-4F37-9033-036B60CD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839E81-01F8-4BD8-AAE4-FF504B7A0B08}"/>
              </a:ext>
            </a:extLst>
          </p:cNvPr>
          <p:cNvCxnSpPr>
            <a:cxnSpLocks/>
            <a:endCxn id="33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A0D0DAA-07D5-485E-B14E-15EBD6F81DAB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7B0358-3B2E-4384-942C-B8B1FF14F714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7243D7F-4053-4333-A444-C432D29CAF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2804" y="1531851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B83C9E4-2D2E-42CA-A693-A819410999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2803" y="4083993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573B4666-FF07-434B-8AE4-6F293548556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08679" y="1531851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5547367-6B82-4A55-8E4D-8647BC399D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02637" y="1531850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80776791-E067-4C46-8001-5207B7128E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75838" y="4054694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4AB8EA62-2115-4A9A-ADD7-316185241AE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8679" y="4083992"/>
            <a:ext cx="1804069" cy="746989"/>
          </a:xfrm>
        </p:spPr>
        <p:txBody>
          <a:bodyPr l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lang="en-US" sz="9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lang="en-US" sz="105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lang="en-US" sz="10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E7D1D4-F254-BC8D-C0AE-E275C080B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E12A17-5041-8C27-7D36-6DED2FAA88AC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7617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edia Placeholder 13">
            <a:extLst>
              <a:ext uri="{FF2B5EF4-FFF2-40B4-BE49-F238E27FC236}">
                <a16:creationId xmlns:a16="http://schemas.microsoft.com/office/drawing/2014/main" id="{9F38A896-D535-4A45-A2A9-20BAF32A3F07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3524" cy="6858000"/>
          </a:xfrm>
          <a:custGeom>
            <a:avLst/>
            <a:gdLst>
              <a:gd name="connsiteX0" fmla="*/ 0 w 8811768"/>
              <a:gd name="connsiteY0" fmla="*/ 0 h 4956000"/>
              <a:gd name="connsiteX1" fmla="*/ 8811768 w 8811768"/>
              <a:gd name="connsiteY1" fmla="*/ 0 h 4956000"/>
              <a:gd name="connsiteX2" fmla="*/ 8811768 w 8811768"/>
              <a:gd name="connsiteY2" fmla="*/ 4956000 h 4956000"/>
              <a:gd name="connsiteX3" fmla="*/ 0 w 8811768"/>
              <a:gd name="connsiteY3" fmla="*/ 4956000 h 49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11768" h="4956000">
                <a:moveTo>
                  <a:pt x="0" y="0"/>
                </a:moveTo>
                <a:lnTo>
                  <a:pt x="8811768" y="0"/>
                </a:lnTo>
                <a:lnTo>
                  <a:pt x="8811768" y="4956000"/>
                </a:lnTo>
                <a:lnTo>
                  <a:pt x="0" y="495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0A0719-980B-4ECA-8015-53C0FE9B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67C961-7C73-4700-BEFA-EB62A5111111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B95362-1461-44D6-BD41-24FE75142645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8353BB-EC20-4C80-987A-1051835A03E1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EAB013-F856-59A3-12AE-7C815FAC1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094" y="6354505"/>
            <a:ext cx="579340" cy="23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D7C5DD-C882-BEA5-C772-5F6BAD979041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176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957C56-5D7A-4E65-AB58-CBF444AC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94E45E-E003-4827-A743-E9912527F376}"/>
              </a:ext>
            </a:extLst>
          </p:cNvPr>
          <p:cNvCxnSpPr>
            <a:cxnSpLocks/>
            <a:endCxn id="10" idx="1"/>
          </p:cNvCxnSpPr>
          <p:nvPr userDrawn="1"/>
        </p:nvCxnSpPr>
        <p:spPr>
          <a:xfrm>
            <a:off x="1330452" y="6446838"/>
            <a:ext cx="79772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514416-F97B-4ACC-BBDC-105109E1F2F9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846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F20961-9481-458F-93B2-88996F498438}"/>
              </a:ext>
            </a:extLst>
          </p:cNvPr>
          <p:cNvSpPr txBox="1"/>
          <p:nvPr userDrawn="1"/>
        </p:nvSpPr>
        <p:spPr>
          <a:xfrm>
            <a:off x="9307708" y="6316033"/>
            <a:ext cx="1662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E96EC7-1433-921B-D0FE-4B6B50F7B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0E5C9A-3195-30F8-5738-D19F32CA12B7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7839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6F03F-5D02-41B3-9B02-A0196AF549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783DAC-928E-435D-B73C-AB1F67C98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413" y="3045187"/>
            <a:ext cx="3848100" cy="553998"/>
          </a:xfrm>
        </p:spPr>
        <p:txBody>
          <a:bodyPr wrap="square" lIns="0" tIns="0" rIns="0" bIns="0">
            <a:sp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74B1A7-6101-40DC-BCE2-6B93A5C3B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413" y="3759430"/>
            <a:ext cx="3887788" cy="581698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0CA8F-9FD9-50CF-D1AA-85790641BC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14" y="533400"/>
            <a:ext cx="1785937" cy="855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9022FC-97D5-8FFC-8C16-8BC027B2CB09}"/>
              </a:ext>
            </a:extLst>
          </p:cNvPr>
          <p:cNvSpPr txBox="1"/>
          <p:nvPr userDrawn="1"/>
        </p:nvSpPr>
        <p:spPr>
          <a:xfrm>
            <a:off x="633413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369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D157D7-9308-4476-B3E4-7F3A0037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87551" cy="184666"/>
          </a:xfrm>
        </p:spPr>
        <p:txBody>
          <a:bodyPr wrap="none" lIns="0" tIns="0" rIns="0" bIns="0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B41436-1F57-41F6-8FDD-FA38A4786964}"/>
              </a:ext>
            </a:extLst>
          </p:cNvPr>
          <p:cNvCxnSpPr>
            <a:cxnSpLocks/>
          </p:cNvCxnSpPr>
          <p:nvPr userDrawn="1"/>
        </p:nvCxnSpPr>
        <p:spPr>
          <a:xfrm>
            <a:off x="1330452" y="6446838"/>
            <a:ext cx="803522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900F2B4-0228-434A-8C55-53FD39C9C5F7}"/>
              </a:ext>
            </a:extLst>
          </p:cNvPr>
          <p:cNvCxnSpPr>
            <a:cxnSpLocks/>
          </p:cNvCxnSpPr>
          <p:nvPr userDrawn="1"/>
        </p:nvCxnSpPr>
        <p:spPr>
          <a:xfrm>
            <a:off x="10945369" y="6446838"/>
            <a:ext cx="25603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A49F532-E17D-4B18-9F4F-D1651EE42014}"/>
              </a:ext>
            </a:extLst>
          </p:cNvPr>
          <p:cNvSpPr txBox="1"/>
          <p:nvPr userDrawn="1"/>
        </p:nvSpPr>
        <p:spPr>
          <a:xfrm>
            <a:off x="9235459" y="6316033"/>
            <a:ext cx="182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F31B7-79EF-4859-997E-F23E65352A0D}"/>
              </a:ext>
            </a:extLst>
          </p:cNvPr>
          <p:cNvSpPr txBox="1"/>
          <p:nvPr userDrawn="1"/>
        </p:nvSpPr>
        <p:spPr>
          <a:xfrm>
            <a:off x="710636" y="2890391"/>
            <a:ext cx="107213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This presentation is prepared by SLK Software </a:t>
            </a:r>
            <a:r>
              <a:rPr lang="en-IN" sz="1600" dirty="0" err="1">
                <a:solidFill>
                  <a:schemeClr val="bg1"/>
                </a:solidFill>
              </a:rPr>
              <a:t>Pvt.</a:t>
            </a:r>
            <a:r>
              <a:rPr lang="en-IN" sz="1600" dirty="0">
                <a:solidFill>
                  <a:schemeClr val="bg1"/>
                </a:solidFill>
              </a:rPr>
              <a:t> Ltd. (SLK Software). SLK Software reserves all rights on the concept and content presented herein, except for any third-party content which is reproduced as is. 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© SLK Software </a:t>
            </a:r>
            <a:r>
              <a:rPr lang="en-IN" sz="1600" dirty="0" err="1">
                <a:solidFill>
                  <a:schemeClr val="bg1"/>
                </a:solidFill>
              </a:rPr>
              <a:t>Pvt.</a:t>
            </a:r>
            <a:r>
              <a:rPr lang="en-IN" sz="1600" dirty="0">
                <a:solidFill>
                  <a:schemeClr val="bg1"/>
                </a:solidFill>
              </a:rPr>
              <a:t> Ltd. 2022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D5B25E-DA26-2FFA-0D41-86A5DD7B89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415" y="6280193"/>
            <a:ext cx="620642" cy="29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E839EF-C1DE-7B28-3AE2-1D03FF56D9D2}"/>
              </a:ext>
            </a:extLst>
          </p:cNvPr>
          <p:cNvSpPr txBox="1"/>
          <p:nvPr userDrawn="1"/>
        </p:nvSpPr>
        <p:spPr>
          <a:xfrm>
            <a:off x="4988560" y="6519446"/>
            <a:ext cx="3802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dirty="0">
                <a:gradFill>
                  <a:gsLst>
                    <a:gs pos="52000">
                      <a:srgbClr val="C44E7C"/>
                    </a:gs>
                    <a:gs pos="0">
                      <a:srgbClr val="E75A1E"/>
                    </a:gs>
                    <a:gs pos="99000">
                      <a:srgbClr val="7E349F"/>
                    </a:gs>
                  </a:gsLst>
                  <a:lin ang="0" scaled="1"/>
                </a:gradFill>
                <a:latin typeface="Helvetica" pitchFamily="2" charset="0"/>
              </a:rPr>
              <a:t>Smarter. Bolder. Faster.</a:t>
            </a:r>
            <a:endParaRPr lang="en-US" sz="1600" b="1" dirty="0">
              <a:gradFill>
                <a:gsLst>
                  <a:gs pos="52000">
                    <a:srgbClr val="C44E7C"/>
                  </a:gs>
                  <a:gs pos="0">
                    <a:srgbClr val="E75A1E"/>
                  </a:gs>
                  <a:gs pos="99000">
                    <a:srgbClr val="7E349F"/>
                  </a:gs>
                </a:gsLst>
                <a:lin ang="0" scaled="1"/>
              </a:gra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74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F5559-01A1-4DC7-A7A2-2B232A39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AEE35-A0EA-4599-8E7E-61C536B2C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71601"/>
            <a:ext cx="10972800" cy="46863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5468-C3B2-4DA7-A753-7611BF8A0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9D42A-BC80-4458-B6DA-5B651C515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5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2" r:id="rId2"/>
    <p:sldLayoutId id="2147483717" r:id="rId3"/>
    <p:sldLayoutId id="2147483656" r:id="rId4"/>
    <p:sldLayoutId id="2147483718" r:id="rId5"/>
    <p:sldLayoutId id="2147483665" r:id="rId6"/>
    <p:sldLayoutId id="2147483712" r:id="rId7"/>
    <p:sldLayoutId id="2147483719" r:id="rId8"/>
    <p:sldLayoutId id="2147483684" r:id="rId9"/>
    <p:sldLayoutId id="2147483661" r:id="rId10"/>
    <p:sldLayoutId id="2147483677" r:id="rId11"/>
    <p:sldLayoutId id="2147483664" r:id="rId12"/>
    <p:sldLayoutId id="2147483678" r:id="rId13"/>
    <p:sldLayoutId id="2147483724" r:id="rId14"/>
    <p:sldLayoutId id="2147483723" r:id="rId15"/>
    <p:sldLayoutId id="2147483720" r:id="rId16"/>
    <p:sldLayoutId id="2147483721" r:id="rId17"/>
    <p:sldLayoutId id="2147483722" r:id="rId18"/>
    <p:sldLayoutId id="2147483725" r:id="rId19"/>
    <p:sldLayoutId id="2147483727" r:id="rId20"/>
    <p:sldLayoutId id="2147483728" r:id="rId21"/>
    <p:sldLayoutId id="2147483726" r:id="rId22"/>
    <p:sldLayoutId id="2147483729" r:id="rId23"/>
    <p:sldLayoutId id="2147483667" r:id="rId24"/>
    <p:sldLayoutId id="2147483672" r:id="rId25"/>
    <p:sldLayoutId id="2147483673" r:id="rId26"/>
    <p:sldLayoutId id="2147483671" r:id="rId27"/>
    <p:sldLayoutId id="2147483770" r:id="rId28"/>
    <p:sldLayoutId id="2147483771" r:id="rId29"/>
    <p:sldLayoutId id="2147483731" r:id="rId30"/>
    <p:sldLayoutId id="2147483655" r:id="rId31"/>
    <p:sldLayoutId id="2147483714" r:id="rId32"/>
    <p:sldLayoutId id="2147483772" r:id="rId33"/>
  </p:sldLayoutIdLst>
  <p:hf hd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3600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A4A3A4"/>
          </p15:clr>
        </p15:guide>
        <p15:guide id="2" pos="7296" userDrawn="1">
          <p15:clr>
            <a:srgbClr val="A4A3A4"/>
          </p15:clr>
        </p15:guide>
        <p15:guide id="3" orient="horz" pos="696" userDrawn="1">
          <p15:clr>
            <a:srgbClr val="A4A3A4"/>
          </p15:clr>
        </p15:guide>
        <p15:guide id="4" orient="horz" pos="3816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F5559-01A1-4DC7-A7A2-2B232A39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5202"/>
            <a:ext cx="10972800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AEE35-A0EA-4599-8E7E-61C536B2C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71601"/>
            <a:ext cx="10972800" cy="46863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5468-C3B2-4DA7-A753-7611BF8A0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E39D42A-BC80-4458-B6DA-5B651C515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1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37" r:id="rId3"/>
    <p:sldLayoutId id="2147483739" r:id="rId4"/>
    <p:sldLayoutId id="2147483740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  <p:sldLayoutId id="2147483767" r:id="rId29"/>
    <p:sldLayoutId id="2147483768" r:id="rId30"/>
    <p:sldLayoutId id="2147483769" r:id="rId31"/>
    <p:sldLayoutId id="2147483773" r:id="rId32"/>
  </p:sldLayoutIdLst>
  <p:hf hd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3600" b="1" kern="120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A4A3A4"/>
          </p15:clr>
        </p15:guide>
        <p15:guide id="2" pos="7296" userDrawn="1">
          <p15:clr>
            <a:srgbClr val="A4A3A4"/>
          </p15:clr>
        </p15:guide>
        <p15:guide id="3" orient="horz" pos="696" userDrawn="1">
          <p15:clr>
            <a:srgbClr val="A4A3A4"/>
          </p15:clr>
        </p15:guide>
        <p15:guide id="4" orient="horz" pos="381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4231-E2E8-49B4-9665-AD1094385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696" y="2049715"/>
            <a:ext cx="5898355" cy="1231106"/>
          </a:xfrm>
        </p:spPr>
        <p:txBody>
          <a:bodyPr/>
          <a:lstStyle/>
          <a:p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  <a:ea typeface="Montserrat Medium" pitchFamily="34" charset="-122"/>
                <a:cs typeface="Montserrat Medium" pitchFamily="34" charset="-120"/>
              </a:rPr>
              <a:t>ClaimSwift</a:t>
            </a:r>
            <a:b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</a:b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0FAD01D-583A-BEC2-B61C-E42D020FB52B}"/>
              </a:ext>
            </a:extLst>
          </p:cNvPr>
          <p:cNvSpPr/>
          <p:nvPr/>
        </p:nvSpPr>
        <p:spPr>
          <a:xfrm>
            <a:off x="597696" y="24585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BEC0A0B-F296-B96C-2A42-7D8980C1FCCE}"/>
              </a:ext>
            </a:extLst>
          </p:cNvPr>
          <p:cNvSpPr/>
          <p:nvPr/>
        </p:nvSpPr>
        <p:spPr>
          <a:xfrm>
            <a:off x="597696" y="2708976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  <a:ea typeface="Montserrat Medium" pitchFamily="34" charset="-122"/>
                <a:cs typeface="Montserrat Medium" pitchFamily="34" charset="-120"/>
              </a:rPr>
              <a:t>Microservices-Based Insurance Claims Processing Platform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991FCD8-66F5-16AD-734B-C62FC2F9147C}"/>
              </a:ext>
            </a:extLst>
          </p:cNvPr>
          <p:cNvSpPr/>
          <p:nvPr/>
        </p:nvSpPr>
        <p:spPr>
          <a:xfrm>
            <a:off x="597695" y="35771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  <a:ea typeface="Inter Light" pitchFamily="34" charset="-122"/>
                <a:cs typeface="Inter Light" pitchFamily="34" charset="-120"/>
              </a:rPr>
              <a:t>Java • Spring Boot • MySQL • Angular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8379B-0D8B-5432-2758-43468EB30D32}"/>
              </a:ext>
            </a:extLst>
          </p:cNvPr>
          <p:cNvSpPr txBox="1"/>
          <p:nvPr/>
        </p:nvSpPr>
        <p:spPr>
          <a:xfrm>
            <a:off x="422786" y="4364767"/>
            <a:ext cx="54274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Team members 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Shashank Nath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K Navya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Vikas Rawat</a:t>
            </a:r>
            <a:b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Shlok </a:t>
            </a:r>
            <a:r>
              <a:rPr lang="en-I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Pauriyal</a:t>
            </a:r>
            <a:b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Meghana T C</a:t>
            </a:r>
            <a:b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99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67B9E-E6C0-4232-89B3-D85AFDCC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9657" y="5719685"/>
            <a:ext cx="96180" cy="215444"/>
          </a:xfrm>
        </p:spPr>
        <p:txBody>
          <a:bodyPr/>
          <a:lstStyle/>
          <a:p>
            <a:fld id="{3E39D42A-BC80-4458-B6DA-5B651C51527B}" type="slidenum">
              <a:rPr lang="en-US" sz="1400" b="1" smtClean="0">
                <a:latin typeface="Aptos" panose="020B0004020202020204" pitchFamily="34" charset="0"/>
              </a:rPr>
              <a:pPr/>
              <a:t>2</a:t>
            </a:fld>
            <a:endParaRPr lang="en-US" sz="1400" b="1">
              <a:latin typeface="Aptos" panose="020B0004020202020204" pitchFamily="34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4B8E2D2-CFE9-A525-18C0-407D30B09B3D}"/>
              </a:ext>
            </a:extLst>
          </p:cNvPr>
          <p:cNvSpPr/>
          <p:nvPr/>
        </p:nvSpPr>
        <p:spPr>
          <a:xfrm>
            <a:off x="1184392" y="470699"/>
            <a:ext cx="4386977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0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Project Objectives</a:t>
            </a:r>
            <a:endParaRPr lang="en-US" sz="4000" b="1" dirty="0">
              <a:latin typeface="Aptos" panose="020B0004020202020204" pitchFamily="34" charset="0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D1518DC0-3BB3-700B-F9DD-5E11C775D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95" y="1155791"/>
            <a:ext cx="7915751" cy="2286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BAE31EA0-E8D2-36AD-323B-6CD87D9C5C06}"/>
              </a:ext>
            </a:extLst>
          </p:cNvPr>
          <p:cNvSpPr/>
          <p:nvPr/>
        </p:nvSpPr>
        <p:spPr>
          <a:xfrm>
            <a:off x="1184395" y="1289141"/>
            <a:ext cx="2839760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15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Automate Claim Lifecycle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CB71AD1-C3E9-5F23-92EF-9C1C4229186B}"/>
              </a:ext>
            </a:extLst>
          </p:cNvPr>
          <p:cNvSpPr/>
          <p:nvPr/>
        </p:nvSpPr>
        <p:spPr>
          <a:xfrm>
            <a:off x="1184395" y="1644662"/>
            <a:ext cx="791575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Streamline submission, verification, approval, and payment processes with minimal manual intervention</a:t>
            </a:r>
            <a:endParaRPr lang="en-US" sz="1600" b="1" dirty="0">
              <a:latin typeface="Aptos" panose="020B0004020202020204" pitchFamily="34" charset="0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03942C25-BD4D-C522-EEC5-2F5BF3335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95" y="2667646"/>
            <a:ext cx="7915751" cy="22860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33AF7DBC-02CC-CAF0-5759-8EC51EE2383E}"/>
              </a:ext>
            </a:extLst>
          </p:cNvPr>
          <p:cNvSpPr/>
          <p:nvPr/>
        </p:nvSpPr>
        <p:spPr>
          <a:xfrm>
            <a:off x="1184394" y="2404416"/>
            <a:ext cx="2958465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15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Microservices Architecture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E6E3E2A5-2F16-CF09-5EF7-22437F94F7BD}"/>
              </a:ext>
            </a:extLst>
          </p:cNvPr>
          <p:cNvSpPr/>
          <p:nvPr/>
        </p:nvSpPr>
        <p:spPr>
          <a:xfrm>
            <a:off x="1184391" y="2790647"/>
            <a:ext cx="791575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Build independent, scalable services that can be developed, deployed, and maintained separately</a:t>
            </a:r>
            <a:endParaRPr lang="en-US" sz="1600" b="1" dirty="0">
              <a:latin typeface="Aptos" panose="020B0004020202020204" pitchFamily="34" charset="0"/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F222E34B-5736-4329-2F32-473F2EB3D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95" y="4179502"/>
            <a:ext cx="7915751" cy="22860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6042B353-F246-AD72-66DC-A34AD8900FEF}"/>
              </a:ext>
            </a:extLst>
          </p:cNvPr>
          <p:cNvSpPr/>
          <p:nvPr/>
        </p:nvSpPr>
        <p:spPr>
          <a:xfrm>
            <a:off x="1184393" y="3468331"/>
            <a:ext cx="246137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15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Secure Access Control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658AED3-4A22-B5B4-5E10-56E4A6DC16E7}"/>
              </a:ext>
            </a:extLst>
          </p:cNvPr>
          <p:cNvSpPr/>
          <p:nvPr/>
        </p:nvSpPr>
        <p:spPr>
          <a:xfrm>
            <a:off x="1184393" y="3864469"/>
            <a:ext cx="791575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Implement role-based authentication ensuring data security and appropriate permissions across all system levels</a:t>
            </a:r>
            <a:endParaRPr lang="en-US" sz="1600" b="1" dirty="0">
              <a:latin typeface="Aptos" panose="020B0004020202020204" pitchFamily="34" charset="0"/>
            </a:endParaRPr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9984195B-B017-263A-5569-08FE4ED48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95" y="5691358"/>
            <a:ext cx="7915751" cy="22860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BC1B7D13-834E-7BCA-7E43-CACE8E1F38D1}"/>
              </a:ext>
            </a:extLst>
          </p:cNvPr>
          <p:cNvSpPr/>
          <p:nvPr/>
        </p:nvSpPr>
        <p:spPr>
          <a:xfrm>
            <a:off x="1184393" y="4535737"/>
            <a:ext cx="219348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15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Distributed System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7170B5C-D1F3-7CF2-3707-D0C4D62A81B8}"/>
              </a:ext>
            </a:extLst>
          </p:cNvPr>
          <p:cNvSpPr/>
          <p:nvPr/>
        </p:nvSpPr>
        <p:spPr>
          <a:xfrm>
            <a:off x="1184392" y="4932470"/>
            <a:ext cx="791575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Create a resilient, fault-tolerant platform that maintains availability during service failures or maintenance</a:t>
            </a:r>
            <a:endParaRPr lang="en-US" sz="16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352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67B9E-E6C0-4232-89B3-D85AFDCC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81754" cy="184666"/>
          </a:xfrm>
        </p:spPr>
        <p:txBody>
          <a:bodyPr/>
          <a:lstStyle/>
          <a:p>
            <a:fld id="{3E39D42A-BC80-4458-B6DA-5B651C51527B}" type="slidenum">
              <a:rPr lang="en-US" b="1" smtClean="0">
                <a:latin typeface="Aptos" panose="020B0004020202020204" pitchFamily="34" charset="0"/>
              </a:rPr>
              <a:pPr/>
              <a:t>3</a:t>
            </a:fld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C9D7EAE-27C2-9E98-F698-FA0ADBE167A1}"/>
              </a:ext>
            </a:extLst>
          </p:cNvPr>
          <p:cNvSpPr/>
          <p:nvPr/>
        </p:nvSpPr>
        <p:spPr>
          <a:xfrm>
            <a:off x="2359358" y="292102"/>
            <a:ext cx="6824424" cy="55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System Architecture Overview</a:t>
            </a:r>
            <a:endParaRPr lang="en-US" sz="3450" b="1" dirty="0">
              <a:latin typeface="Aptos" panose="020B0004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FEA696E-7748-9A23-ED66-64DCEAFE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6" y="702549"/>
            <a:ext cx="12254746" cy="5754886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4671F2E9-2C54-557C-D934-4A330FF8456E}"/>
              </a:ext>
            </a:extLst>
          </p:cNvPr>
          <p:cNvSpPr/>
          <p:nvPr/>
        </p:nvSpPr>
        <p:spPr>
          <a:xfrm>
            <a:off x="1015109" y="5036464"/>
            <a:ext cx="2688871" cy="336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API Gateway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9829136-46CA-6267-0EBB-B4259007DA09}"/>
              </a:ext>
            </a:extLst>
          </p:cNvPr>
          <p:cNvSpPr/>
          <p:nvPr/>
        </p:nvSpPr>
        <p:spPr>
          <a:xfrm>
            <a:off x="405631" y="5468178"/>
            <a:ext cx="3298349" cy="479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Unified entry for all client requests</a:t>
            </a:r>
            <a:endParaRPr lang="en-US" sz="1650" b="1" dirty="0">
              <a:latin typeface="Aptos" panose="020B000402020202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392A094-0478-C512-6C68-E98A4DFCEEED}"/>
              </a:ext>
            </a:extLst>
          </p:cNvPr>
          <p:cNvSpPr/>
          <p:nvPr/>
        </p:nvSpPr>
        <p:spPr>
          <a:xfrm>
            <a:off x="8866428" y="4098347"/>
            <a:ext cx="2688871" cy="336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Service Discovery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65B424C-AC91-5787-256A-7FD611C6B393}"/>
              </a:ext>
            </a:extLst>
          </p:cNvPr>
          <p:cNvSpPr/>
          <p:nvPr/>
        </p:nvSpPr>
        <p:spPr>
          <a:xfrm>
            <a:off x="8866428" y="4530061"/>
            <a:ext cx="3214696" cy="479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Locate microservice instances dynamically</a:t>
            </a:r>
            <a:endParaRPr lang="en-US" sz="1650" b="1" dirty="0">
              <a:latin typeface="Aptos" panose="020B00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E049576-354F-CDBD-FEC3-51BC2389A135}"/>
              </a:ext>
            </a:extLst>
          </p:cNvPr>
          <p:cNvSpPr/>
          <p:nvPr/>
        </p:nvSpPr>
        <p:spPr>
          <a:xfrm>
            <a:off x="1014922" y="3243883"/>
            <a:ext cx="2688872" cy="336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Config Server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9CFB50E-1C0F-F0D3-9A2F-A603851EDA6F}"/>
              </a:ext>
            </a:extLst>
          </p:cNvPr>
          <p:cNvSpPr/>
          <p:nvPr/>
        </p:nvSpPr>
        <p:spPr>
          <a:xfrm>
            <a:off x="405445" y="3675597"/>
            <a:ext cx="3298349" cy="479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Centralized configuration for services</a:t>
            </a:r>
            <a:endParaRPr lang="en-US" sz="1650" b="1" dirty="0">
              <a:latin typeface="Aptos" panose="020B00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C9D71EC-A485-8CB9-B231-FC8BD1EEAAA0}"/>
              </a:ext>
            </a:extLst>
          </p:cNvPr>
          <p:cNvSpPr/>
          <p:nvPr/>
        </p:nvSpPr>
        <p:spPr>
          <a:xfrm>
            <a:off x="8866428" y="2114184"/>
            <a:ext cx="2688871" cy="336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Microservices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1551C0C-B92A-9742-67AF-1FAC40373334}"/>
              </a:ext>
            </a:extLst>
          </p:cNvPr>
          <p:cNvSpPr/>
          <p:nvPr/>
        </p:nvSpPr>
        <p:spPr>
          <a:xfrm>
            <a:off x="8866428" y="2545897"/>
            <a:ext cx="3214696" cy="71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Auth, Claim, Document, Assessment, Payment, Notification, Reporting</a:t>
            </a:r>
            <a:endParaRPr lang="en-US" sz="1650" b="1" dirty="0">
              <a:latin typeface="Aptos" panose="020B00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08C62B4-8F5A-B4A0-E9F6-754871A9C914}"/>
              </a:ext>
            </a:extLst>
          </p:cNvPr>
          <p:cNvSpPr/>
          <p:nvPr/>
        </p:nvSpPr>
        <p:spPr>
          <a:xfrm>
            <a:off x="1015109" y="1451302"/>
            <a:ext cx="2688871" cy="336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Databases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61F8C30-391F-49DA-2398-2C83C564AA1B}"/>
              </a:ext>
            </a:extLst>
          </p:cNvPr>
          <p:cNvSpPr/>
          <p:nvPr/>
        </p:nvSpPr>
        <p:spPr>
          <a:xfrm>
            <a:off x="405631" y="1883016"/>
            <a:ext cx="3298349" cy="479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Each service owns its database for isolation</a:t>
            </a:r>
            <a:endParaRPr lang="en-US" sz="165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57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7666-B2F2-897A-E339-36929136B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CFC34-5DC8-5AE4-EB1F-EDD16CED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71522" cy="184666"/>
          </a:xfrm>
        </p:spPr>
        <p:txBody>
          <a:bodyPr/>
          <a:lstStyle/>
          <a:p>
            <a:fld id="{3E39D42A-BC80-4458-B6DA-5B651C51527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9A2179B-D1D2-B3DA-274A-48C2B22E09CB}"/>
              </a:ext>
            </a:extLst>
          </p:cNvPr>
          <p:cNvSpPr/>
          <p:nvPr/>
        </p:nvSpPr>
        <p:spPr>
          <a:xfrm>
            <a:off x="3099514" y="151513"/>
            <a:ext cx="48640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953A7E-9220-D6E8-54F3-677486B52505}"/>
              </a:ext>
            </a:extLst>
          </p:cNvPr>
          <p:cNvSpPr/>
          <p:nvPr/>
        </p:nvSpPr>
        <p:spPr>
          <a:xfrm>
            <a:off x="3837309" y="638791"/>
            <a:ext cx="7609999" cy="571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EA81D9-48F3-9324-A81B-8E9FCEB5C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" b="9315"/>
          <a:stretch>
            <a:fillRect/>
          </a:stretch>
        </p:blipFill>
        <p:spPr>
          <a:xfrm>
            <a:off x="744692" y="50838"/>
            <a:ext cx="10702616" cy="630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3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53056-CE47-CE3F-BCE2-9B64E36C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9EB7D42-68A7-0E0B-B60A-AE56C156ED7B}"/>
              </a:ext>
            </a:extLst>
          </p:cNvPr>
          <p:cNvSpPr/>
          <p:nvPr/>
        </p:nvSpPr>
        <p:spPr>
          <a:xfrm>
            <a:off x="123230" y="1573292"/>
            <a:ext cx="6538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Core Technology Stack</a:t>
            </a:r>
            <a:endParaRPr lang="en-US" sz="4450" b="1" dirty="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0E3D35B-2996-5119-19E7-DE2504D5320E}"/>
              </a:ext>
            </a:extLst>
          </p:cNvPr>
          <p:cNvSpPr/>
          <p:nvPr/>
        </p:nvSpPr>
        <p:spPr>
          <a:xfrm>
            <a:off x="348972" y="2849047"/>
            <a:ext cx="33211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Frontend &amp; Framework</a:t>
            </a:r>
            <a:endParaRPr lang="en-US" sz="2200" b="1" dirty="0">
              <a:latin typeface="Aptos" panose="020B00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7065BB3-C909-9900-8F54-86B3091E459C}"/>
              </a:ext>
            </a:extLst>
          </p:cNvPr>
          <p:cNvSpPr/>
          <p:nvPr/>
        </p:nvSpPr>
        <p:spPr>
          <a:xfrm>
            <a:off x="348972" y="3203377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Angular for responsive UI</a:t>
            </a:r>
            <a:endParaRPr lang="en-US" sz="17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Spring Boot for backend services</a:t>
            </a:r>
            <a:endParaRPr lang="en-US" sz="17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Spring Cloud for distributed architecture</a:t>
            </a:r>
            <a:endParaRPr lang="en-US" sz="17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Maven for build management</a:t>
            </a:r>
            <a:endParaRPr lang="en-US" sz="1750" b="1" dirty="0">
              <a:latin typeface="Aptos" panose="020B00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9AFACFA-0A63-CA23-2DE4-0B408F46C4D6}"/>
              </a:ext>
            </a:extLst>
          </p:cNvPr>
          <p:cNvSpPr/>
          <p:nvPr/>
        </p:nvSpPr>
        <p:spPr>
          <a:xfrm>
            <a:off x="4076223" y="2849047"/>
            <a:ext cx="34880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Infrastructure &amp; Security</a:t>
            </a:r>
            <a:endParaRPr lang="en-US" sz="2200" b="1" dirty="0">
              <a:latin typeface="Aptos" panose="020B00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D159235-0B65-D23D-6DFD-771965CBBFC7}"/>
              </a:ext>
            </a:extLst>
          </p:cNvPr>
          <p:cNvSpPr/>
          <p:nvPr/>
        </p:nvSpPr>
        <p:spPr>
          <a:xfrm>
            <a:off x="4076223" y="3232309"/>
            <a:ext cx="35015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MySQL for relational data</a:t>
            </a:r>
            <a:endParaRPr lang="en-US" sz="17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Eureka for service discovery</a:t>
            </a:r>
            <a:endParaRPr lang="en-US" sz="17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Spring Security with JWT tokens</a:t>
            </a:r>
            <a:endParaRPr lang="en-US" sz="17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Spring Cloud Config Server</a:t>
            </a:r>
            <a:endParaRPr lang="en-US" sz="175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60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2646-029E-AC72-F07B-8CE1F515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1707E1-B7E2-A241-42B1-1604163A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171522" cy="184666"/>
          </a:xfrm>
        </p:spPr>
        <p:txBody>
          <a:bodyPr/>
          <a:lstStyle/>
          <a:p>
            <a:fld id="{3E39D42A-BC80-4458-B6DA-5B651C51527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64EB150-DFC9-FE1F-7327-68616F9A9144}"/>
              </a:ext>
            </a:extLst>
          </p:cNvPr>
          <p:cNvSpPr/>
          <p:nvPr/>
        </p:nvSpPr>
        <p:spPr>
          <a:xfrm>
            <a:off x="285678" y="0"/>
            <a:ext cx="7984178" cy="15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Authentication &amp; Security Architecture</a:t>
            </a:r>
            <a:endParaRPr lang="en-US" sz="44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68A82AE-7FD0-7B4A-62AB-AF93D249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0" y="669901"/>
            <a:ext cx="3444148" cy="65233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4F0CB67-4B0A-0B51-AD1D-76E517778CAA}"/>
              </a:ext>
            </a:extLst>
          </p:cNvPr>
          <p:cNvSpPr/>
          <p:nvPr/>
        </p:nvSpPr>
        <p:spPr>
          <a:xfrm>
            <a:off x="436600" y="1872446"/>
            <a:ext cx="2068039" cy="7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JWT Authentication</a:t>
            </a:r>
            <a:endParaRPr lang="en-US" sz="2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61CBFD2-7979-5C39-E164-35A27B8337CA}"/>
              </a:ext>
            </a:extLst>
          </p:cNvPr>
          <p:cNvSpPr/>
          <p:nvPr/>
        </p:nvSpPr>
        <p:spPr>
          <a:xfrm>
            <a:off x="440699" y="2197195"/>
            <a:ext cx="3118073" cy="29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Stateless token-based authentication provides secure, scalable user verification without server session storage</a:t>
            </a:r>
            <a:endParaRPr lang="en-US" sz="16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57578BCD-CBB1-1DEA-03D9-161E4D4E4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647" y="669901"/>
            <a:ext cx="3444241" cy="652338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5175F716-9DCD-D4C9-D2CD-A51B52B149AD}"/>
              </a:ext>
            </a:extLst>
          </p:cNvPr>
          <p:cNvSpPr/>
          <p:nvPr/>
        </p:nvSpPr>
        <p:spPr>
          <a:xfrm>
            <a:off x="4460647" y="1910137"/>
            <a:ext cx="2038625" cy="7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Token Validation</a:t>
            </a:r>
            <a:endParaRPr lang="en-US" sz="2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9D77983-8FE4-90C9-7704-21E16842915B}"/>
              </a:ext>
            </a:extLst>
          </p:cNvPr>
          <p:cNvSpPr/>
          <p:nvPr/>
        </p:nvSpPr>
        <p:spPr>
          <a:xfrm>
            <a:off x="4460647" y="2210253"/>
            <a:ext cx="3118166" cy="222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Each microservice validates JWT tokens independently, ensuring secure API access across distributed system</a:t>
            </a:r>
            <a:endParaRPr lang="en-US" sz="16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CCEB5588-66BD-75FE-0706-9679C4854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033" y="669901"/>
            <a:ext cx="3444148" cy="652338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A7BEF26F-F6F0-54F3-44D0-1C4B3F501B79}"/>
              </a:ext>
            </a:extLst>
          </p:cNvPr>
          <p:cNvSpPr/>
          <p:nvPr/>
        </p:nvSpPr>
        <p:spPr>
          <a:xfrm>
            <a:off x="8570033" y="1872446"/>
            <a:ext cx="2038625" cy="7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Role-Based Access</a:t>
            </a:r>
            <a:endParaRPr lang="en-US" sz="2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67CA8A4-0279-5620-FDC6-4AE0E81F1DEC}"/>
              </a:ext>
            </a:extLst>
          </p:cNvPr>
          <p:cNvSpPr/>
          <p:nvPr/>
        </p:nvSpPr>
        <p:spPr>
          <a:xfrm>
            <a:off x="8570033" y="2197195"/>
            <a:ext cx="3118073" cy="222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Granular permission control ensures users access only appropriate functionality based on assigned roles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EAF17A5-D022-AA8A-8283-14C867F99DDE}"/>
              </a:ext>
            </a:extLst>
          </p:cNvPr>
          <p:cNvSpPr/>
          <p:nvPr/>
        </p:nvSpPr>
        <p:spPr>
          <a:xfrm>
            <a:off x="285678" y="3775791"/>
            <a:ext cx="2446406" cy="9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Defined User Roles</a:t>
            </a:r>
            <a:endParaRPr lang="en-US" sz="2800" dirty="0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30BD3675-2177-DC77-F9C7-7D0DC9B399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741" y="4328610"/>
            <a:ext cx="407688" cy="407688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AC28FF3A-66A1-E740-D4DC-C9CE0A9687D6}"/>
              </a:ext>
            </a:extLst>
          </p:cNvPr>
          <p:cNvSpPr/>
          <p:nvPr/>
        </p:nvSpPr>
        <p:spPr>
          <a:xfrm>
            <a:off x="918275" y="4267776"/>
            <a:ext cx="2038625" cy="7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Admin</a:t>
            </a:r>
            <a:endParaRPr lang="en-US" sz="20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8086AD3D-A909-74C2-60A5-F3F501E77E6A}"/>
              </a:ext>
            </a:extLst>
          </p:cNvPr>
          <p:cNvSpPr/>
          <p:nvPr/>
        </p:nvSpPr>
        <p:spPr>
          <a:xfrm>
            <a:off x="918275" y="4620863"/>
            <a:ext cx="4478307" cy="7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System configuration and user management</a:t>
            </a:r>
            <a:endParaRPr lang="en-US" sz="1600" dirty="0"/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E97E3C41-4B0D-1ECA-2052-DE44A630AA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8082" y="4328610"/>
            <a:ext cx="407688" cy="407688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E14E41B9-1B3B-43BC-D2AC-B53EA00FA1FB}"/>
              </a:ext>
            </a:extLst>
          </p:cNvPr>
          <p:cNvSpPr/>
          <p:nvPr/>
        </p:nvSpPr>
        <p:spPr>
          <a:xfrm>
            <a:off x="7578813" y="4305467"/>
            <a:ext cx="2038625" cy="7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Policyholder</a:t>
            </a:r>
            <a:endParaRPr lang="en-US" sz="2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90958E68-6DFB-571F-7234-3B4B00629D46}"/>
              </a:ext>
            </a:extLst>
          </p:cNvPr>
          <p:cNvSpPr/>
          <p:nvPr/>
        </p:nvSpPr>
        <p:spPr>
          <a:xfrm>
            <a:off x="7568269" y="4625296"/>
            <a:ext cx="4478401" cy="7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Submit claims and track status</a:t>
            </a:r>
            <a:endParaRPr lang="en-US" sz="1600" dirty="0"/>
          </a:p>
        </p:txBody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25DEEB1C-524D-F9A3-E5B4-B00A47FB68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600" y="5375172"/>
            <a:ext cx="407688" cy="407688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66A41392-F27E-B482-1080-E03641E07C9C}"/>
              </a:ext>
            </a:extLst>
          </p:cNvPr>
          <p:cNvSpPr/>
          <p:nvPr/>
        </p:nvSpPr>
        <p:spPr>
          <a:xfrm>
            <a:off x="918274" y="5289493"/>
            <a:ext cx="2038625" cy="7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Adjuster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DE1C10E1-2B14-A9A9-092E-923D9EE23426}"/>
              </a:ext>
            </a:extLst>
          </p:cNvPr>
          <p:cNvSpPr/>
          <p:nvPr/>
        </p:nvSpPr>
        <p:spPr>
          <a:xfrm>
            <a:off x="918275" y="5579016"/>
            <a:ext cx="4478307" cy="7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Evaluate claims and assess damage</a:t>
            </a:r>
            <a:endParaRPr lang="en-US" sz="1600" dirty="0"/>
          </a:p>
        </p:txBody>
      </p:sp>
      <p:pic>
        <p:nvPicPr>
          <p:cNvPr id="25" name="Image 6" descr="preencoded.png">
            <a:extLst>
              <a:ext uri="{FF2B5EF4-FFF2-40B4-BE49-F238E27FC236}">
                <a16:creationId xmlns:a16="http://schemas.microsoft.com/office/drawing/2014/main" id="{0C0A9061-A0D7-0A7E-C670-02C23FD906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8082" y="5299790"/>
            <a:ext cx="407688" cy="407688"/>
          </a:xfrm>
          <a:prstGeom prst="rect">
            <a:avLst/>
          </a:prstGeom>
        </p:spPr>
      </p:pic>
      <p:sp>
        <p:nvSpPr>
          <p:cNvPr id="26" name="Text 14">
            <a:extLst>
              <a:ext uri="{FF2B5EF4-FFF2-40B4-BE49-F238E27FC236}">
                <a16:creationId xmlns:a16="http://schemas.microsoft.com/office/drawing/2014/main" id="{D38DB87E-1DE1-A67D-0A8A-C36CE11F4E4F}"/>
              </a:ext>
            </a:extLst>
          </p:cNvPr>
          <p:cNvSpPr/>
          <p:nvPr/>
        </p:nvSpPr>
        <p:spPr>
          <a:xfrm>
            <a:off x="7578813" y="5262099"/>
            <a:ext cx="2038625" cy="7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Manager</a:t>
            </a:r>
            <a:endParaRPr lang="en-US" sz="20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F1AFC2B-7900-4E6C-B349-0151C967ECF7}"/>
              </a:ext>
            </a:extLst>
          </p:cNvPr>
          <p:cNvSpPr/>
          <p:nvPr/>
        </p:nvSpPr>
        <p:spPr>
          <a:xfrm>
            <a:off x="7578813" y="5579016"/>
            <a:ext cx="4478401" cy="7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Approve settlements and oversee operations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8122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9E25C-7F9A-F233-50BC-F1DF223B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9DABA-3DA8-C960-3125-896FC952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81754" cy="184666"/>
          </a:xfrm>
        </p:spPr>
        <p:txBody>
          <a:bodyPr/>
          <a:lstStyle/>
          <a:p>
            <a:fld id="{3E39D42A-BC80-4458-B6DA-5B651C51527B}" type="slidenum">
              <a:rPr lang="en-US" b="1" smtClean="0">
                <a:latin typeface="Aptos" panose="020B0004020202020204" pitchFamily="34" charset="0"/>
              </a:rPr>
              <a:pPr/>
              <a:t>7</a:t>
            </a:fld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A05B027-636E-C300-EDE1-EA96DFE11B8D}"/>
              </a:ext>
            </a:extLst>
          </p:cNvPr>
          <p:cNvSpPr/>
          <p:nvPr/>
        </p:nvSpPr>
        <p:spPr>
          <a:xfrm>
            <a:off x="914400" y="28635"/>
            <a:ext cx="6877646" cy="15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Claim Processing Workflow</a:t>
            </a:r>
            <a:endParaRPr lang="en-US" sz="4450" b="1" dirty="0">
              <a:latin typeface="Aptos" panose="020B0004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FBD63A1-4C0D-62C5-8242-B2604AE2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3" t="1925" r="-1423" b="30605"/>
          <a:stretch>
            <a:fillRect/>
          </a:stretch>
        </p:blipFill>
        <p:spPr>
          <a:xfrm>
            <a:off x="587972" y="639983"/>
            <a:ext cx="11016055" cy="2789018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107D7FAE-A3BF-7B0A-9235-F6526BD0C021}"/>
              </a:ext>
            </a:extLst>
          </p:cNvPr>
          <p:cNvSpPr/>
          <p:nvPr/>
        </p:nvSpPr>
        <p:spPr>
          <a:xfrm>
            <a:off x="10200441" y="3396021"/>
            <a:ext cx="144344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Payment Processing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8FFBC1F-B10D-86AF-B391-36353A84A3E8}"/>
              </a:ext>
            </a:extLst>
          </p:cNvPr>
          <p:cNvSpPr/>
          <p:nvPr/>
        </p:nvSpPr>
        <p:spPr>
          <a:xfrm>
            <a:off x="7800584" y="3396021"/>
            <a:ext cx="144344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Manager Approval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0E2109F-0304-94BA-A2C9-A0D1D34C77D9}"/>
              </a:ext>
            </a:extLst>
          </p:cNvPr>
          <p:cNvSpPr/>
          <p:nvPr/>
        </p:nvSpPr>
        <p:spPr>
          <a:xfrm>
            <a:off x="5413770" y="3396021"/>
            <a:ext cx="171776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Adjuster Assessment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1064838-63FB-EAA8-0AE5-18BB38774A13}"/>
              </a:ext>
            </a:extLst>
          </p:cNvPr>
          <p:cNvSpPr/>
          <p:nvPr/>
        </p:nvSpPr>
        <p:spPr>
          <a:xfrm>
            <a:off x="3026956" y="3396021"/>
            <a:ext cx="1717764" cy="24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Document Upload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97ACF2D-8F49-EF3F-49F5-8C95DBB38E53}"/>
              </a:ext>
            </a:extLst>
          </p:cNvPr>
          <p:cNvSpPr/>
          <p:nvPr/>
        </p:nvSpPr>
        <p:spPr>
          <a:xfrm>
            <a:off x="587971" y="3396021"/>
            <a:ext cx="144344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Claim Submitted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DE803BB-6DDD-3E22-1B96-4DD81D35BF05}"/>
              </a:ext>
            </a:extLst>
          </p:cNvPr>
          <p:cNvSpPr/>
          <p:nvPr/>
        </p:nvSpPr>
        <p:spPr>
          <a:xfrm>
            <a:off x="738969" y="4540942"/>
            <a:ext cx="11380602" cy="157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The automated workflow ensures consistent processing while maintaining appropriate human review at critical decision points. Each stage triggers notifications and updates the claim status in real-time.</a:t>
            </a:r>
            <a:endParaRPr lang="en-US" sz="175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60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67B9E-E6C0-4232-89B3-D85AFDCC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786" y="6354505"/>
            <a:ext cx="81754" cy="184666"/>
          </a:xfrm>
        </p:spPr>
        <p:txBody>
          <a:bodyPr/>
          <a:lstStyle/>
          <a:p>
            <a:fld id="{3E39D42A-BC80-4458-B6DA-5B651C51527B}" type="slidenum">
              <a:rPr lang="en-US" b="1" smtClean="0">
                <a:latin typeface="Aptos" panose="020B0004020202020204" pitchFamily="34" charset="0"/>
              </a:rPr>
              <a:pPr/>
              <a:t>8</a:t>
            </a:fld>
            <a:endParaRPr lang="en-US" b="1">
              <a:latin typeface="Aptos" panose="020B0004020202020204" pitchFamily="34" charset="0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4A7992F-0EB6-AB19-B595-7212421A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5" y="58036"/>
            <a:ext cx="4389120" cy="627701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41EE9A3-56EB-D332-137A-F20D2A9FE955}"/>
              </a:ext>
            </a:extLst>
          </p:cNvPr>
          <p:cNvSpPr/>
          <p:nvPr/>
        </p:nvSpPr>
        <p:spPr>
          <a:xfrm>
            <a:off x="4939735" y="112379"/>
            <a:ext cx="4511053" cy="449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Database Design Strategy</a:t>
            </a:r>
            <a:endParaRPr lang="en-US" sz="3950" b="1" dirty="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E2E3E66-D63D-1ADC-8627-0C63B29837BF}"/>
              </a:ext>
            </a:extLst>
          </p:cNvPr>
          <p:cNvSpPr/>
          <p:nvPr/>
        </p:nvSpPr>
        <p:spPr>
          <a:xfrm>
            <a:off x="4944646" y="930951"/>
            <a:ext cx="2514535" cy="269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Data Isolation Approach</a:t>
            </a:r>
            <a:endParaRPr lang="en-US" sz="2350" b="1" dirty="0">
              <a:latin typeface="Aptos" panose="020B00040202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BC411AA-9078-112A-41CE-E943827BC8D9}"/>
              </a:ext>
            </a:extLst>
          </p:cNvPr>
          <p:cNvSpPr/>
          <p:nvPr/>
        </p:nvSpPr>
        <p:spPr>
          <a:xfrm>
            <a:off x="4949168" y="1463903"/>
            <a:ext cx="6774833" cy="65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Each microservice maintains its own database to ensure loose coupling and independent scalability. Services cannot directly access other services' databases, enforcing clear boundaries and preventing tight dependencies.</a:t>
            </a:r>
            <a:endParaRPr lang="en-US" sz="1550" b="1" dirty="0">
              <a:latin typeface="Aptos" panose="020B00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BFD2554-071F-53CB-BA53-7E57123D5BD0}"/>
              </a:ext>
            </a:extLst>
          </p:cNvPr>
          <p:cNvSpPr/>
          <p:nvPr/>
        </p:nvSpPr>
        <p:spPr>
          <a:xfrm>
            <a:off x="4853477" y="2692949"/>
            <a:ext cx="3410556" cy="1513291"/>
          </a:xfrm>
          <a:prstGeom prst="roundRect">
            <a:avLst>
              <a:gd name="adj" fmla="val 10320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37E18D0-6F2D-250F-7C07-1EE88118832A}"/>
              </a:ext>
            </a:extLst>
          </p:cNvPr>
          <p:cNvSpPr/>
          <p:nvPr/>
        </p:nvSpPr>
        <p:spPr>
          <a:xfrm>
            <a:off x="4899539" y="2777093"/>
            <a:ext cx="2207996" cy="224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Service-Specific Schemas</a:t>
            </a:r>
            <a:endParaRPr lang="en-US" sz="1950" b="1" dirty="0">
              <a:latin typeface="Aptos" panose="020B00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6822B6A-E6B0-DF0A-A9EA-876BCD1DB7CC}"/>
              </a:ext>
            </a:extLst>
          </p:cNvPr>
          <p:cNvSpPr/>
          <p:nvPr/>
        </p:nvSpPr>
        <p:spPr>
          <a:xfrm>
            <a:off x="4971443" y="3110598"/>
            <a:ext cx="3292590" cy="65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Each service defines its own data model optimized for its specific business requirements</a:t>
            </a:r>
            <a:endParaRPr lang="en-US" sz="1550" b="1" dirty="0">
              <a:latin typeface="Aptos" panose="020B00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607E45F-37A5-FB47-2EF2-46064F93F54D}"/>
              </a:ext>
            </a:extLst>
          </p:cNvPr>
          <p:cNvSpPr/>
          <p:nvPr/>
        </p:nvSpPr>
        <p:spPr>
          <a:xfrm>
            <a:off x="8478424" y="2692949"/>
            <a:ext cx="3364494" cy="1513291"/>
          </a:xfrm>
          <a:prstGeom prst="roundRect">
            <a:avLst>
              <a:gd name="adj" fmla="val 10320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31E5C8C-BE70-9B03-C8E4-1692C0905D8B}"/>
              </a:ext>
            </a:extLst>
          </p:cNvPr>
          <p:cNvSpPr/>
          <p:nvPr/>
        </p:nvSpPr>
        <p:spPr>
          <a:xfrm>
            <a:off x="8597341" y="2740639"/>
            <a:ext cx="2148342" cy="224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Event-Driven Integration</a:t>
            </a:r>
            <a:endParaRPr lang="en-US" sz="1950" b="1" dirty="0">
              <a:latin typeface="Aptos" panose="020B00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4FBAC7F-AC02-33DD-BE61-4B8ABAEC2BF8}"/>
              </a:ext>
            </a:extLst>
          </p:cNvPr>
          <p:cNvSpPr/>
          <p:nvPr/>
        </p:nvSpPr>
        <p:spPr>
          <a:xfrm>
            <a:off x="8616502" y="3042569"/>
            <a:ext cx="3226416" cy="65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Services communicate changes through domain events rather than direct database access</a:t>
            </a:r>
            <a:endParaRPr lang="en-US" sz="1550" b="1" dirty="0">
              <a:latin typeface="Aptos" panose="020B0004020202020204" pitchFamily="34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1B36151-FADB-8A63-0628-1C7619E53F09}"/>
              </a:ext>
            </a:extLst>
          </p:cNvPr>
          <p:cNvSpPr/>
          <p:nvPr/>
        </p:nvSpPr>
        <p:spPr>
          <a:xfrm>
            <a:off x="4853478" y="4479838"/>
            <a:ext cx="6989440" cy="1281945"/>
          </a:xfrm>
          <a:prstGeom prst="roundRect">
            <a:avLst>
              <a:gd name="adj" fmla="val 12491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D8A06CA-B828-0F78-BE33-BE571C6EC7DA}"/>
              </a:ext>
            </a:extLst>
          </p:cNvPr>
          <p:cNvSpPr/>
          <p:nvPr/>
        </p:nvSpPr>
        <p:spPr>
          <a:xfrm>
            <a:off x="7107535" y="4623889"/>
            <a:ext cx="1710773" cy="224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E44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Data Consistency</a:t>
            </a:r>
            <a:endParaRPr lang="en-US" sz="1950" b="1" dirty="0">
              <a:latin typeface="Aptos" panose="020B00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AF7C56A-F0B1-A46C-C9D5-35CF30A90060}"/>
              </a:ext>
            </a:extLst>
          </p:cNvPr>
          <p:cNvSpPr/>
          <p:nvPr/>
        </p:nvSpPr>
        <p:spPr>
          <a:xfrm>
            <a:off x="5181601" y="4950550"/>
            <a:ext cx="6542400" cy="436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Distributed transactions managed through saga pattern and compensating actions</a:t>
            </a:r>
            <a:endParaRPr lang="en-US" sz="155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214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67B9E-E6C0-4232-89B3-D85AFDCC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7" y="6354505"/>
            <a:ext cx="81754" cy="184666"/>
          </a:xfrm>
        </p:spPr>
        <p:txBody>
          <a:bodyPr/>
          <a:lstStyle/>
          <a:p>
            <a:fld id="{3E39D42A-BC80-4458-B6DA-5B651C51527B}" type="slidenum">
              <a:rPr lang="en-US" b="1" smtClean="0">
                <a:latin typeface="Aptos" panose="020B0004020202020204" pitchFamily="34" charset="0"/>
              </a:rPr>
              <a:pPr/>
              <a:t>9</a:t>
            </a:fld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7985B18-DEE7-1AA0-B26C-032898C15122}"/>
              </a:ext>
            </a:extLst>
          </p:cNvPr>
          <p:cNvSpPr/>
          <p:nvPr/>
        </p:nvSpPr>
        <p:spPr>
          <a:xfrm>
            <a:off x="2296160" y="219133"/>
            <a:ext cx="7391241" cy="668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Error Handling &amp; Validation</a:t>
            </a:r>
            <a:endParaRPr lang="en-US" sz="4200" b="1" dirty="0">
              <a:latin typeface="Aptos" panose="020B00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6086CE-73A9-A20B-1D9E-AF02E6B760F3}"/>
              </a:ext>
            </a:extLst>
          </p:cNvPr>
          <p:cNvSpPr/>
          <p:nvPr/>
        </p:nvSpPr>
        <p:spPr>
          <a:xfrm>
            <a:off x="1421498" y="1142701"/>
            <a:ext cx="362262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Global Exception Handling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3697EA9-38A0-2C07-EB95-8CF0674B7EDE}"/>
              </a:ext>
            </a:extLst>
          </p:cNvPr>
          <p:cNvSpPr/>
          <p:nvPr/>
        </p:nvSpPr>
        <p:spPr>
          <a:xfrm>
            <a:off x="1421498" y="1678482"/>
            <a:ext cx="8361788" cy="99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Centralized error handling using @ControllerAdvice provides consistent error responses across all microservices. Captures exceptions and returns standardized error formats.</a:t>
            </a:r>
            <a:endParaRPr lang="en-US" sz="1650" b="1" dirty="0">
              <a:latin typeface="Aptos" panose="020B00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985D458-27BF-9364-3F4A-2F3B373A0172}"/>
              </a:ext>
            </a:extLst>
          </p:cNvPr>
          <p:cNvSpPr/>
          <p:nvPr/>
        </p:nvSpPr>
        <p:spPr>
          <a:xfrm>
            <a:off x="1421498" y="2839522"/>
            <a:ext cx="315701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Validation Mechanisms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89C5BC7-6159-5D56-3D1F-25C9276B17CA}"/>
              </a:ext>
            </a:extLst>
          </p:cNvPr>
          <p:cNvSpPr/>
          <p:nvPr/>
        </p:nvSpPr>
        <p:spPr>
          <a:xfrm>
            <a:off x="1421498" y="3429000"/>
            <a:ext cx="8361788" cy="1540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Bean Validation (JSR-380) for data integrity</a:t>
            </a:r>
            <a:endParaRPr lang="en-US" sz="16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Request/response validation at API boundaries</a:t>
            </a:r>
            <a:endParaRPr lang="en-US" sz="16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Custom validators for business rules</a:t>
            </a:r>
            <a:endParaRPr lang="en-US" sz="1650" b="1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Validation annotations on DTOs</a:t>
            </a:r>
            <a:endParaRPr lang="en-US" sz="1650" b="1" dirty="0">
              <a:latin typeface="Aptos" panose="020B00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230518F-D7D7-AF7C-0A42-E3C6D8E9B362}"/>
              </a:ext>
            </a:extLst>
          </p:cNvPr>
          <p:cNvSpPr/>
          <p:nvPr/>
        </p:nvSpPr>
        <p:spPr>
          <a:xfrm>
            <a:off x="1421498" y="5012414"/>
            <a:ext cx="3209811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74767D"/>
                </a:solidFill>
                <a:latin typeface="Aptos" panose="020B0004020202020204" pitchFamily="34" charset="0"/>
                <a:ea typeface="Montserrat Medium" pitchFamily="34" charset="-122"/>
                <a:cs typeface="Montserrat Medium" pitchFamily="34" charset="-120"/>
              </a:rPr>
              <a:t>Secure Error Responses</a:t>
            </a:r>
            <a:endParaRPr lang="en-US" sz="2100" b="1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6000901-6F34-A1E3-1A32-ACD17FD74C03}"/>
              </a:ext>
            </a:extLst>
          </p:cNvPr>
          <p:cNvSpPr/>
          <p:nvPr/>
        </p:nvSpPr>
        <p:spPr>
          <a:xfrm>
            <a:off x="1421498" y="5479534"/>
            <a:ext cx="8361788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D3E44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Generic error messages prevent information leakage while detailed logs enable debugging. Error codes map to specific resolution steps.</a:t>
            </a:r>
            <a:endParaRPr lang="en-US" sz="165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28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1285-7EAD-42E4-A5E1-27181FB3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4827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5BF1A-D4B5-4996-9718-DCD536F7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D42A-BC80-4458-B6DA-5B651C51527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8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8A1A9B"/>
      </a:dk2>
      <a:lt2>
        <a:srgbClr val="004EFF"/>
      </a:lt2>
      <a:accent1>
        <a:srgbClr val="8A1A9B"/>
      </a:accent1>
      <a:accent2>
        <a:srgbClr val="004EFF"/>
      </a:accent2>
      <a:accent3>
        <a:srgbClr val="00BF6E"/>
      </a:accent3>
      <a:accent4>
        <a:srgbClr val="17E9E1"/>
      </a:accent4>
      <a:accent5>
        <a:srgbClr val="00BF6E"/>
      </a:accent5>
      <a:accent6>
        <a:srgbClr val="7F7F7F"/>
      </a:accent6>
      <a:hlink>
        <a:srgbClr val="17E9E1"/>
      </a:hlink>
      <a:folHlink>
        <a:srgbClr val="D055E2"/>
      </a:folHlink>
    </a:clrScheme>
    <a:fontScheme name="Custom 1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ptx  -  Read-Only" id="{D46A45BB-377F-4E0A-93B3-F679109F04B3}" vid="{8C1F6E39-A19E-493B-A471-EBE8441C902C}"/>
    </a:ext>
  </a:extLst>
</a:theme>
</file>

<file path=ppt/theme/theme2.xml><?xml version="1.0" encoding="utf-8"?>
<a:theme xmlns:a="http://schemas.openxmlformats.org/drawingml/2006/main" name="1_Office Theme">
  <a:themeElements>
    <a:clrScheme name="Custom 34">
      <a:dk1>
        <a:sysClr val="windowText" lastClr="000000"/>
      </a:dk1>
      <a:lt1>
        <a:sysClr val="window" lastClr="FFFFFF"/>
      </a:lt1>
      <a:dk2>
        <a:srgbClr val="8A1A9B"/>
      </a:dk2>
      <a:lt2>
        <a:srgbClr val="004EFF"/>
      </a:lt2>
      <a:accent1>
        <a:srgbClr val="8A1A9B"/>
      </a:accent1>
      <a:accent2>
        <a:srgbClr val="004EFF"/>
      </a:accent2>
      <a:accent3>
        <a:srgbClr val="00BF6E"/>
      </a:accent3>
      <a:accent4>
        <a:srgbClr val="17E9E1"/>
      </a:accent4>
      <a:accent5>
        <a:srgbClr val="00BF6E"/>
      </a:accent5>
      <a:accent6>
        <a:srgbClr val="7F7F7F"/>
      </a:accent6>
      <a:hlink>
        <a:srgbClr val="17E9E1"/>
      </a:hlink>
      <a:folHlink>
        <a:srgbClr val="D055E2"/>
      </a:folHlink>
    </a:clrScheme>
    <a:fontScheme name="Custom 1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ptx  -  Read-Only" id="{D46A45BB-377F-4E0A-93B3-F679109F04B3}" vid="{CFD35B42-2F9B-420C-B528-3732315BCE5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A9F5689702D24B814C0573228831CE" ma:contentTypeVersion="4" ma:contentTypeDescription="Create a new document." ma:contentTypeScope="" ma:versionID="3f0448bcd6eba63fcb1ce8303398fe4b">
  <xsd:schema xmlns:xsd="http://www.w3.org/2001/XMLSchema" xmlns:xs="http://www.w3.org/2001/XMLSchema" xmlns:p="http://schemas.microsoft.com/office/2006/metadata/properties" xmlns:ns2="089fdfab-a9a2-4191-ac9e-22b55d7bf064" targetNamespace="http://schemas.microsoft.com/office/2006/metadata/properties" ma:root="true" ma:fieldsID="de1fb6d06033c38bd27f587fcdae9c00" ns2:_="">
    <xsd:import namespace="089fdfab-a9a2-4191-ac9e-22b55d7bf064"/>
    <xsd:element name="properties">
      <xsd:complexType>
        <xsd:sequence>
          <xsd:element name="documentManagement">
            <xsd:complexType>
              <xsd:all>
                <xsd:element ref="ns2:MediaServiceSearchProperties" minOccurs="0"/>
                <xsd:element ref="ns2:MediaServiceObjectDetectorVersion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9fdfab-a9a2-4191-ac9e-22b55d7bf064" elementFormDefault="qualified">
    <xsd:import namespace="http://schemas.microsoft.com/office/2006/documentManagement/types"/>
    <xsd:import namespace="http://schemas.microsoft.com/office/infopath/2007/PartnerControls"/>
    <xsd:element name="MediaServiceSearchProperties" ma:index="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C539A3-8D37-4946-AB11-4FEDF7C36B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07FFBE-7F39-48DB-831F-968885BC5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9fdfab-a9a2-4191-ac9e-22b55d7bf0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EA31745-9EB6-4560-B447-66106504F8F1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b7a3e1bb-529c-4c38-9233-e68d037844b5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9f9bf16-1453-41b8-8f65-73957c717c3a"/>
    <ds:schemaRef ds:uri="c9be540e-d343-4637-bc5e-03ea4b73f3a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94</TotalTime>
  <Words>470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Georgia</vt:lpstr>
      <vt:lpstr>Helvetica</vt:lpstr>
      <vt:lpstr>Inter Light</vt:lpstr>
      <vt:lpstr>Montserrat Medium</vt:lpstr>
      <vt:lpstr>Trebuchet MS</vt:lpstr>
      <vt:lpstr>Wingdings</vt:lpstr>
      <vt:lpstr>Office Theme</vt:lpstr>
      <vt:lpstr>1_Office Theme</vt:lpstr>
      <vt:lpstr>ClaimSwift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Mohsina Faiz</dc:creator>
  <cp:lastModifiedBy>Shashank Nath</cp:lastModifiedBy>
  <cp:revision>22</cp:revision>
  <dcterms:created xsi:type="dcterms:W3CDTF">2025-07-29T04:37:21Z</dcterms:created>
  <dcterms:modified xsi:type="dcterms:W3CDTF">2026-03-07T18:03:28Z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0x01010012A9F5689702D24B814C0573228831CE</vt:lpwstr>
  </property>
</Properties>
</file>